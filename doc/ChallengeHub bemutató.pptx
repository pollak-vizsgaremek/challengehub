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2"/>
  </p:normalViewPr>
  <p:slideViewPr>
    <p:cSldViewPr snapToGrid="0">
      <p:cViewPr varScale="1">
        <p:scale>
          <a:sx n="95" d="100"/>
          <a:sy n="95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23D8E4-C40B-4125-8287-0B95484B30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8A7E16-ABA5-40C4-9E68-A641A084DA1E}">
      <dgm:prSet/>
      <dgm:spPr/>
      <dgm:t>
        <a:bodyPr/>
        <a:lstStyle/>
        <a:p>
          <a:r>
            <a:rPr lang="en-US" b="1" noProof="0" dirty="0"/>
            <a:t>The Vision:</a:t>
          </a:r>
          <a:r>
            <a:rPr lang="en-US" noProof="0" dirty="0"/>
            <a:t> Interactive platform for personal challenges</a:t>
          </a:r>
        </a:p>
      </dgm:t>
    </dgm:pt>
    <dgm:pt modelId="{485EE00E-5B6D-4223-92C9-21A554B381D7}" type="parTrans" cxnId="{344029DD-73C9-45D3-9625-8C9AACC5C482}">
      <dgm:prSet/>
      <dgm:spPr/>
      <dgm:t>
        <a:bodyPr/>
        <a:lstStyle/>
        <a:p>
          <a:endParaRPr lang="en-US"/>
        </a:p>
      </dgm:t>
    </dgm:pt>
    <dgm:pt modelId="{E0DA77C3-9282-4DFB-86FE-2E4F3C911F10}" type="sibTrans" cxnId="{344029DD-73C9-45D3-9625-8C9AACC5C482}">
      <dgm:prSet/>
      <dgm:spPr/>
      <dgm:t>
        <a:bodyPr/>
        <a:lstStyle/>
        <a:p>
          <a:endParaRPr lang="en-US"/>
        </a:p>
      </dgm:t>
    </dgm:pt>
    <dgm:pt modelId="{3BB97D2B-56B6-4E6B-83BA-655747CF23B5}">
      <dgm:prSet/>
      <dgm:spPr/>
      <dgm:t>
        <a:bodyPr/>
        <a:lstStyle/>
        <a:p>
          <a:r>
            <a:rPr lang="en-US" b="1" noProof="0" dirty="0"/>
            <a:t>Goal:</a:t>
          </a:r>
          <a:r>
            <a:rPr lang="en-US" noProof="0" dirty="0"/>
            <a:t> Gamified self-improvement</a:t>
          </a:r>
        </a:p>
      </dgm:t>
    </dgm:pt>
    <dgm:pt modelId="{0F621C80-850A-4AE8-A36F-59D6B8EC34D3}" type="parTrans" cxnId="{A5C82D22-81E0-48D1-995C-D8BE7EF01859}">
      <dgm:prSet/>
      <dgm:spPr/>
      <dgm:t>
        <a:bodyPr/>
        <a:lstStyle/>
        <a:p>
          <a:endParaRPr lang="en-US"/>
        </a:p>
      </dgm:t>
    </dgm:pt>
    <dgm:pt modelId="{4405CDBC-489C-4011-A9FD-A39195BDD1C9}" type="sibTrans" cxnId="{A5C82D22-81E0-48D1-995C-D8BE7EF01859}">
      <dgm:prSet/>
      <dgm:spPr/>
      <dgm:t>
        <a:bodyPr/>
        <a:lstStyle/>
        <a:p>
          <a:endParaRPr lang="en-US"/>
        </a:p>
      </dgm:t>
    </dgm:pt>
    <dgm:pt modelId="{E02B90D3-1E36-4A74-B9E9-06ADA1F7E8E9}">
      <dgm:prSet/>
      <dgm:spPr/>
      <dgm:t>
        <a:bodyPr/>
        <a:lstStyle/>
        <a:p>
          <a:r>
            <a:rPr lang="en-US" b="1" noProof="0" dirty="0"/>
            <a:t>User flow:</a:t>
          </a:r>
          <a:r>
            <a:rPr lang="en-US" noProof="0" dirty="0"/>
            <a:t> Discover -&gt; Complete -&gt; Prove -&gt; Get Rewarded</a:t>
          </a:r>
        </a:p>
      </dgm:t>
    </dgm:pt>
    <dgm:pt modelId="{326C5F08-7024-4447-81C4-45C05E557D54}" type="parTrans" cxnId="{169585C1-94A7-43E2-96FF-8404E81639A6}">
      <dgm:prSet/>
      <dgm:spPr/>
      <dgm:t>
        <a:bodyPr/>
        <a:lstStyle/>
        <a:p>
          <a:endParaRPr lang="en-US"/>
        </a:p>
      </dgm:t>
    </dgm:pt>
    <dgm:pt modelId="{AA30CFCB-564B-4BA7-AAC9-405A7CD1ADB0}" type="sibTrans" cxnId="{169585C1-94A7-43E2-96FF-8404E81639A6}">
      <dgm:prSet/>
      <dgm:spPr/>
      <dgm:t>
        <a:bodyPr/>
        <a:lstStyle/>
        <a:p>
          <a:endParaRPr lang="en-US"/>
        </a:p>
      </dgm:t>
    </dgm:pt>
    <dgm:pt modelId="{4F18FB38-3C8A-5E40-B4B6-712E63AF6AF5}" type="pres">
      <dgm:prSet presAssocID="{ED23D8E4-C40B-4125-8287-0B95484B30E5}" presName="linear" presStyleCnt="0">
        <dgm:presLayoutVars>
          <dgm:animLvl val="lvl"/>
          <dgm:resizeHandles val="exact"/>
        </dgm:presLayoutVars>
      </dgm:prSet>
      <dgm:spPr/>
    </dgm:pt>
    <dgm:pt modelId="{35881A4E-01B0-0D43-A507-3E04DDE36D2D}" type="pres">
      <dgm:prSet presAssocID="{568A7E16-ABA5-40C4-9E68-A641A084DA1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058046-9A90-CD43-8361-DF6C6156F268}" type="pres">
      <dgm:prSet presAssocID="{E0DA77C3-9282-4DFB-86FE-2E4F3C911F10}" presName="spacer" presStyleCnt="0"/>
      <dgm:spPr/>
    </dgm:pt>
    <dgm:pt modelId="{AD303F17-0552-E040-A1BF-5138C47D783B}" type="pres">
      <dgm:prSet presAssocID="{3BB97D2B-56B6-4E6B-83BA-655747CF23B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C4DC14-5690-A240-9670-C41D61AF4CC9}" type="pres">
      <dgm:prSet presAssocID="{4405CDBC-489C-4011-A9FD-A39195BDD1C9}" presName="spacer" presStyleCnt="0"/>
      <dgm:spPr/>
    </dgm:pt>
    <dgm:pt modelId="{12C80050-95D1-BC4F-B255-5A42DA73A4E6}" type="pres">
      <dgm:prSet presAssocID="{E02B90D3-1E36-4A74-B9E9-06ADA1F7E8E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0D8BB0B-EF82-1E41-A6C0-4CA5174F26D3}" type="presOf" srcId="{568A7E16-ABA5-40C4-9E68-A641A084DA1E}" destId="{35881A4E-01B0-0D43-A507-3E04DDE36D2D}" srcOrd="0" destOrd="0" presId="urn:microsoft.com/office/officeart/2005/8/layout/vList2"/>
    <dgm:cxn modelId="{A5C82D22-81E0-48D1-995C-D8BE7EF01859}" srcId="{ED23D8E4-C40B-4125-8287-0B95484B30E5}" destId="{3BB97D2B-56B6-4E6B-83BA-655747CF23B5}" srcOrd="1" destOrd="0" parTransId="{0F621C80-850A-4AE8-A36F-59D6B8EC34D3}" sibTransId="{4405CDBC-489C-4011-A9FD-A39195BDD1C9}"/>
    <dgm:cxn modelId="{937B3161-A2AB-8148-8D24-0A3F09E49411}" type="presOf" srcId="{3BB97D2B-56B6-4E6B-83BA-655747CF23B5}" destId="{AD303F17-0552-E040-A1BF-5138C47D783B}" srcOrd="0" destOrd="0" presId="urn:microsoft.com/office/officeart/2005/8/layout/vList2"/>
    <dgm:cxn modelId="{00A6BB8E-AC84-354F-AC7F-141E8358ED58}" type="presOf" srcId="{ED23D8E4-C40B-4125-8287-0B95484B30E5}" destId="{4F18FB38-3C8A-5E40-B4B6-712E63AF6AF5}" srcOrd="0" destOrd="0" presId="urn:microsoft.com/office/officeart/2005/8/layout/vList2"/>
    <dgm:cxn modelId="{02FB99A2-C9F6-6E47-94C6-EB8C07D4777F}" type="presOf" srcId="{E02B90D3-1E36-4A74-B9E9-06ADA1F7E8E9}" destId="{12C80050-95D1-BC4F-B255-5A42DA73A4E6}" srcOrd="0" destOrd="0" presId="urn:microsoft.com/office/officeart/2005/8/layout/vList2"/>
    <dgm:cxn modelId="{169585C1-94A7-43E2-96FF-8404E81639A6}" srcId="{ED23D8E4-C40B-4125-8287-0B95484B30E5}" destId="{E02B90D3-1E36-4A74-B9E9-06ADA1F7E8E9}" srcOrd="2" destOrd="0" parTransId="{326C5F08-7024-4447-81C4-45C05E557D54}" sibTransId="{AA30CFCB-564B-4BA7-AAC9-405A7CD1ADB0}"/>
    <dgm:cxn modelId="{344029DD-73C9-45D3-9625-8C9AACC5C482}" srcId="{ED23D8E4-C40B-4125-8287-0B95484B30E5}" destId="{568A7E16-ABA5-40C4-9E68-A641A084DA1E}" srcOrd="0" destOrd="0" parTransId="{485EE00E-5B6D-4223-92C9-21A554B381D7}" sibTransId="{E0DA77C3-9282-4DFB-86FE-2E4F3C911F10}"/>
    <dgm:cxn modelId="{35F297A3-249F-D845-B13B-8BA04B4F7CA4}" type="presParOf" srcId="{4F18FB38-3C8A-5E40-B4B6-712E63AF6AF5}" destId="{35881A4E-01B0-0D43-A507-3E04DDE36D2D}" srcOrd="0" destOrd="0" presId="urn:microsoft.com/office/officeart/2005/8/layout/vList2"/>
    <dgm:cxn modelId="{082131D1-46B3-C74D-9F18-3180D4DD6559}" type="presParOf" srcId="{4F18FB38-3C8A-5E40-B4B6-712E63AF6AF5}" destId="{2F058046-9A90-CD43-8361-DF6C6156F268}" srcOrd="1" destOrd="0" presId="urn:microsoft.com/office/officeart/2005/8/layout/vList2"/>
    <dgm:cxn modelId="{01532A79-C3CD-714B-A73C-C279AD191BF8}" type="presParOf" srcId="{4F18FB38-3C8A-5E40-B4B6-712E63AF6AF5}" destId="{AD303F17-0552-E040-A1BF-5138C47D783B}" srcOrd="2" destOrd="0" presId="urn:microsoft.com/office/officeart/2005/8/layout/vList2"/>
    <dgm:cxn modelId="{41191800-129A-B941-A256-0BD951D3309D}" type="presParOf" srcId="{4F18FB38-3C8A-5E40-B4B6-712E63AF6AF5}" destId="{32C4DC14-5690-A240-9670-C41D61AF4CC9}" srcOrd="3" destOrd="0" presId="urn:microsoft.com/office/officeart/2005/8/layout/vList2"/>
    <dgm:cxn modelId="{16F94DDD-ADFE-8743-A694-27ECFFCEA216}" type="presParOf" srcId="{4F18FB38-3C8A-5E40-B4B6-712E63AF6AF5}" destId="{12C80050-95D1-BC4F-B255-5A42DA73A4E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471DB8-2016-4162-8F40-C312739B9B8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E89204-06AC-4334-8798-314716E65827}">
      <dgm:prSet/>
      <dgm:spPr/>
      <dgm:t>
        <a:bodyPr/>
        <a:lstStyle/>
        <a:p>
          <a:r>
            <a:rPr lang="en-US" noProof="0" dirty="0"/>
            <a:t>Browse Active &amp; Custom Challenges</a:t>
          </a:r>
        </a:p>
      </dgm:t>
    </dgm:pt>
    <dgm:pt modelId="{454B8251-3816-41B1-85E7-102BCECE7C95}" type="parTrans" cxnId="{2ED82F52-C82D-4809-A2A3-2FBC420D9FB5}">
      <dgm:prSet/>
      <dgm:spPr/>
      <dgm:t>
        <a:bodyPr/>
        <a:lstStyle/>
        <a:p>
          <a:endParaRPr lang="en-US"/>
        </a:p>
      </dgm:t>
    </dgm:pt>
    <dgm:pt modelId="{4A6A261E-D513-436E-9E34-404C72EE8B78}" type="sibTrans" cxnId="{2ED82F52-C82D-4809-A2A3-2FBC420D9FB5}">
      <dgm:prSet/>
      <dgm:spPr/>
      <dgm:t>
        <a:bodyPr/>
        <a:lstStyle/>
        <a:p>
          <a:endParaRPr lang="en-US"/>
        </a:p>
      </dgm:t>
    </dgm:pt>
    <dgm:pt modelId="{EE53C94E-FF2A-4102-8C24-CFE74BA37E85}">
      <dgm:prSet/>
      <dgm:spPr/>
      <dgm:t>
        <a:bodyPr/>
        <a:lstStyle/>
        <a:p>
          <a:r>
            <a:rPr lang="en-US" noProof="0" dirty="0"/>
            <a:t>Submit Proof (Photos/Links)</a:t>
          </a:r>
        </a:p>
      </dgm:t>
    </dgm:pt>
    <dgm:pt modelId="{7DEFDD69-9B27-451E-961B-A37A83AA3164}" type="parTrans" cxnId="{6C927FF9-B202-4B44-9487-405863168AC8}">
      <dgm:prSet/>
      <dgm:spPr/>
      <dgm:t>
        <a:bodyPr/>
        <a:lstStyle/>
        <a:p>
          <a:endParaRPr lang="en-US"/>
        </a:p>
      </dgm:t>
    </dgm:pt>
    <dgm:pt modelId="{96BAE3E7-0C69-4B6A-9257-2336AB3A3772}" type="sibTrans" cxnId="{6C927FF9-B202-4B44-9487-405863168AC8}">
      <dgm:prSet/>
      <dgm:spPr/>
      <dgm:t>
        <a:bodyPr/>
        <a:lstStyle/>
        <a:p>
          <a:endParaRPr lang="en-US"/>
        </a:p>
      </dgm:t>
    </dgm:pt>
    <dgm:pt modelId="{5F542139-232F-4595-AED9-CAC17EBEC884}">
      <dgm:prSet/>
      <dgm:spPr/>
      <dgm:t>
        <a:bodyPr/>
        <a:lstStyle/>
        <a:p>
          <a:r>
            <a:rPr lang="en-US" noProof="0" dirty="0"/>
            <a:t>Automated AI Validation</a:t>
          </a:r>
        </a:p>
      </dgm:t>
    </dgm:pt>
    <dgm:pt modelId="{73036B20-EF46-4FBA-A55A-B81DFAC59FEB}" type="parTrans" cxnId="{9064228A-0D75-4415-A2FC-AE1F8859AC81}">
      <dgm:prSet/>
      <dgm:spPr/>
      <dgm:t>
        <a:bodyPr/>
        <a:lstStyle/>
        <a:p>
          <a:endParaRPr lang="en-US"/>
        </a:p>
      </dgm:t>
    </dgm:pt>
    <dgm:pt modelId="{65ED108B-CC64-4B42-AE46-DFCF6BFEE1B9}" type="sibTrans" cxnId="{9064228A-0D75-4415-A2FC-AE1F8859AC81}">
      <dgm:prSet/>
      <dgm:spPr/>
      <dgm:t>
        <a:bodyPr/>
        <a:lstStyle/>
        <a:p>
          <a:endParaRPr lang="en-US"/>
        </a:p>
      </dgm:t>
    </dgm:pt>
    <dgm:pt modelId="{171D53F1-40E9-4639-9474-0BCE64A30417}">
      <dgm:prSet/>
      <dgm:spPr/>
      <dgm:t>
        <a:bodyPr/>
        <a:lstStyle/>
        <a:p>
          <a:r>
            <a:rPr lang="en-US" noProof="0" dirty="0"/>
            <a:t>Virtual Shop &amp; Point System</a:t>
          </a:r>
        </a:p>
      </dgm:t>
    </dgm:pt>
    <dgm:pt modelId="{8262E99A-CC4B-496F-8C7E-356CC51C8F0E}" type="parTrans" cxnId="{884E4AA0-5B2B-4DF7-BC51-BA7A4B973B70}">
      <dgm:prSet/>
      <dgm:spPr/>
      <dgm:t>
        <a:bodyPr/>
        <a:lstStyle/>
        <a:p>
          <a:endParaRPr lang="en-US"/>
        </a:p>
      </dgm:t>
    </dgm:pt>
    <dgm:pt modelId="{D1FDF5C5-1848-4781-B7EB-4082E34F73B1}" type="sibTrans" cxnId="{884E4AA0-5B2B-4DF7-BC51-BA7A4B973B70}">
      <dgm:prSet/>
      <dgm:spPr/>
      <dgm:t>
        <a:bodyPr/>
        <a:lstStyle/>
        <a:p>
          <a:endParaRPr lang="en-US"/>
        </a:p>
      </dgm:t>
    </dgm:pt>
    <dgm:pt modelId="{7404AE20-24C7-D94C-83E5-8386FCB1C4DD}" type="pres">
      <dgm:prSet presAssocID="{A9471DB8-2016-4162-8F40-C312739B9B80}" presName="linear" presStyleCnt="0">
        <dgm:presLayoutVars>
          <dgm:dir/>
          <dgm:animLvl val="lvl"/>
          <dgm:resizeHandles val="exact"/>
        </dgm:presLayoutVars>
      </dgm:prSet>
      <dgm:spPr/>
    </dgm:pt>
    <dgm:pt modelId="{35BD9126-CD0C-244C-B8F1-82701EC9E95E}" type="pres">
      <dgm:prSet presAssocID="{E0E89204-06AC-4334-8798-314716E65827}" presName="parentLin" presStyleCnt="0"/>
      <dgm:spPr/>
    </dgm:pt>
    <dgm:pt modelId="{BCF9B94F-870E-E54E-93A1-F8C80A28F925}" type="pres">
      <dgm:prSet presAssocID="{E0E89204-06AC-4334-8798-314716E65827}" presName="parentLeftMargin" presStyleLbl="node1" presStyleIdx="0" presStyleCnt="4"/>
      <dgm:spPr/>
    </dgm:pt>
    <dgm:pt modelId="{7673298F-1EA3-EC4D-8570-8213EEE158BC}" type="pres">
      <dgm:prSet presAssocID="{E0E89204-06AC-4334-8798-314716E6582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CE53A4-1B33-5E4A-9734-46689D07D5C8}" type="pres">
      <dgm:prSet presAssocID="{E0E89204-06AC-4334-8798-314716E65827}" presName="negativeSpace" presStyleCnt="0"/>
      <dgm:spPr/>
    </dgm:pt>
    <dgm:pt modelId="{D507E962-80FA-1646-A513-D35D17A6F15D}" type="pres">
      <dgm:prSet presAssocID="{E0E89204-06AC-4334-8798-314716E65827}" presName="childText" presStyleLbl="conFgAcc1" presStyleIdx="0" presStyleCnt="4">
        <dgm:presLayoutVars>
          <dgm:bulletEnabled val="1"/>
        </dgm:presLayoutVars>
      </dgm:prSet>
      <dgm:spPr/>
    </dgm:pt>
    <dgm:pt modelId="{33181E8C-7750-D340-A1E5-1933513C084A}" type="pres">
      <dgm:prSet presAssocID="{4A6A261E-D513-436E-9E34-404C72EE8B78}" presName="spaceBetweenRectangles" presStyleCnt="0"/>
      <dgm:spPr/>
    </dgm:pt>
    <dgm:pt modelId="{5C90F436-B5E9-D642-9BED-A9D43308F48D}" type="pres">
      <dgm:prSet presAssocID="{EE53C94E-FF2A-4102-8C24-CFE74BA37E85}" presName="parentLin" presStyleCnt="0"/>
      <dgm:spPr/>
    </dgm:pt>
    <dgm:pt modelId="{3B3D6C1D-F640-ED4C-80AE-C9F605EF0BB4}" type="pres">
      <dgm:prSet presAssocID="{EE53C94E-FF2A-4102-8C24-CFE74BA37E85}" presName="parentLeftMargin" presStyleLbl="node1" presStyleIdx="0" presStyleCnt="4"/>
      <dgm:spPr/>
    </dgm:pt>
    <dgm:pt modelId="{6C7795DD-1851-D24E-8A09-B6BBFF385627}" type="pres">
      <dgm:prSet presAssocID="{EE53C94E-FF2A-4102-8C24-CFE74BA37E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CAA2723-2F58-F04E-8695-4BBB36DEA89C}" type="pres">
      <dgm:prSet presAssocID="{EE53C94E-FF2A-4102-8C24-CFE74BA37E85}" presName="negativeSpace" presStyleCnt="0"/>
      <dgm:spPr/>
    </dgm:pt>
    <dgm:pt modelId="{474CEA8B-C6EA-154C-8796-DB1D0FB5EFC3}" type="pres">
      <dgm:prSet presAssocID="{EE53C94E-FF2A-4102-8C24-CFE74BA37E85}" presName="childText" presStyleLbl="conFgAcc1" presStyleIdx="1" presStyleCnt="4">
        <dgm:presLayoutVars>
          <dgm:bulletEnabled val="1"/>
        </dgm:presLayoutVars>
      </dgm:prSet>
      <dgm:spPr/>
    </dgm:pt>
    <dgm:pt modelId="{E3D70750-4B08-FB45-93A0-09F2EFD10C7C}" type="pres">
      <dgm:prSet presAssocID="{96BAE3E7-0C69-4B6A-9257-2336AB3A3772}" presName="spaceBetweenRectangles" presStyleCnt="0"/>
      <dgm:spPr/>
    </dgm:pt>
    <dgm:pt modelId="{91DFEE5F-4626-DE4E-AA89-D423229B9E91}" type="pres">
      <dgm:prSet presAssocID="{5F542139-232F-4595-AED9-CAC17EBEC884}" presName="parentLin" presStyleCnt="0"/>
      <dgm:spPr/>
    </dgm:pt>
    <dgm:pt modelId="{28134759-63B1-E541-9314-8126060CA105}" type="pres">
      <dgm:prSet presAssocID="{5F542139-232F-4595-AED9-CAC17EBEC884}" presName="parentLeftMargin" presStyleLbl="node1" presStyleIdx="1" presStyleCnt="4"/>
      <dgm:spPr/>
    </dgm:pt>
    <dgm:pt modelId="{0E52A543-B952-BF46-A050-DAC892620F49}" type="pres">
      <dgm:prSet presAssocID="{5F542139-232F-4595-AED9-CAC17EBEC8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B5807C-5E53-C346-BDF1-67BA52DCFFB6}" type="pres">
      <dgm:prSet presAssocID="{5F542139-232F-4595-AED9-CAC17EBEC884}" presName="negativeSpace" presStyleCnt="0"/>
      <dgm:spPr/>
    </dgm:pt>
    <dgm:pt modelId="{13945D11-5252-E74C-94FA-3743D00FE77F}" type="pres">
      <dgm:prSet presAssocID="{5F542139-232F-4595-AED9-CAC17EBEC884}" presName="childText" presStyleLbl="conFgAcc1" presStyleIdx="2" presStyleCnt="4">
        <dgm:presLayoutVars>
          <dgm:bulletEnabled val="1"/>
        </dgm:presLayoutVars>
      </dgm:prSet>
      <dgm:spPr/>
    </dgm:pt>
    <dgm:pt modelId="{E63A88D9-D3E8-7E49-81CC-15C4F6DACF6C}" type="pres">
      <dgm:prSet presAssocID="{65ED108B-CC64-4B42-AE46-DFCF6BFEE1B9}" presName="spaceBetweenRectangles" presStyleCnt="0"/>
      <dgm:spPr/>
    </dgm:pt>
    <dgm:pt modelId="{B68367B4-76BD-1845-AC09-C6D2B9CD91C5}" type="pres">
      <dgm:prSet presAssocID="{171D53F1-40E9-4639-9474-0BCE64A30417}" presName="parentLin" presStyleCnt="0"/>
      <dgm:spPr/>
    </dgm:pt>
    <dgm:pt modelId="{E6FE8940-140A-8442-9474-636B9EEA0938}" type="pres">
      <dgm:prSet presAssocID="{171D53F1-40E9-4639-9474-0BCE64A30417}" presName="parentLeftMargin" presStyleLbl="node1" presStyleIdx="2" presStyleCnt="4"/>
      <dgm:spPr/>
    </dgm:pt>
    <dgm:pt modelId="{1552F284-A208-0845-B2F5-C452EBD9513C}" type="pres">
      <dgm:prSet presAssocID="{171D53F1-40E9-4639-9474-0BCE64A3041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47B2494-268F-5941-B15F-012E2B08FDAA}" type="pres">
      <dgm:prSet presAssocID="{171D53F1-40E9-4639-9474-0BCE64A30417}" presName="negativeSpace" presStyleCnt="0"/>
      <dgm:spPr/>
    </dgm:pt>
    <dgm:pt modelId="{673BDACA-8182-1A4A-A8D7-D1D6A5F70FA6}" type="pres">
      <dgm:prSet presAssocID="{171D53F1-40E9-4639-9474-0BCE64A3041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EFFC707-7291-A64A-A12E-6930ABE69B92}" type="presOf" srcId="{171D53F1-40E9-4639-9474-0BCE64A30417}" destId="{E6FE8940-140A-8442-9474-636B9EEA0938}" srcOrd="0" destOrd="0" presId="urn:microsoft.com/office/officeart/2005/8/layout/list1"/>
    <dgm:cxn modelId="{836C0527-2602-7B44-9378-435B50A4461F}" type="presOf" srcId="{5F542139-232F-4595-AED9-CAC17EBEC884}" destId="{0E52A543-B952-BF46-A050-DAC892620F49}" srcOrd="1" destOrd="0" presId="urn:microsoft.com/office/officeart/2005/8/layout/list1"/>
    <dgm:cxn modelId="{7BA66F3E-71CD-6441-A426-3EB5E8A3561A}" type="presOf" srcId="{5F542139-232F-4595-AED9-CAC17EBEC884}" destId="{28134759-63B1-E541-9314-8126060CA105}" srcOrd="0" destOrd="0" presId="urn:microsoft.com/office/officeart/2005/8/layout/list1"/>
    <dgm:cxn modelId="{E8958641-D47C-1549-AD6E-1127F7FD3793}" type="presOf" srcId="{E0E89204-06AC-4334-8798-314716E65827}" destId="{BCF9B94F-870E-E54E-93A1-F8C80A28F925}" srcOrd="0" destOrd="0" presId="urn:microsoft.com/office/officeart/2005/8/layout/list1"/>
    <dgm:cxn modelId="{1D8AA94C-2F1F-844C-9DD5-2459CBECE950}" type="presOf" srcId="{E0E89204-06AC-4334-8798-314716E65827}" destId="{7673298F-1EA3-EC4D-8570-8213EEE158BC}" srcOrd="1" destOrd="0" presId="urn:microsoft.com/office/officeart/2005/8/layout/list1"/>
    <dgm:cxn modelId="{2ED82F52-C82D-4809-A2A3-2FBC420D9FB5}" srcId="{A9471DB8-2016-4162-8F40-C312739B9B80}" destId="{E0E89204-06AC-4334-8798-314716E65827}" srcOrd="0" destOrd="0" parTransId="{454B8251-3816-41B1-85E7-102BCECE7C95}" sibTransId="{4A6A261E-D513-436E-9E34-404C72EE8B78}"/>
    <dgm:cxn modelId="{9064228A-0D75-4415-A2FC-AE1F8859AC81}" srcId="{A9471DB8-2016-4162-8F40-C312739B9B80}" destId="{5F542139-232F-4595-AED9-CAC17EBEC884}" srcOrd="2" destOrd="0" parTransId="{73036B20-EF46-4FBA-A55A-B81DFAC59FEB}" sibTransId="{65ED108B-CC64-4B42-AE46-DFCF6BFEE1B9}"/>
    <dgm:cxn modelId="{695C6E97-8B49-B843-8549-B1DBA6416438}" type="presOf" srcId="{EE53C94E-FF2A-4102-8C24-CFE74BA37E85}" destId="{3B3D6C1D-F640-ED4C-80AE-C9F605EF0BB4}" srcOrd="0" destOrd="0" presId="urn:microsoft.com/office/officeart/2005/8/layout/list1"/>
    <dgm:cxn modelId="{F3C4679F-A865-224D-86E4-8F90AFC45D0F}" type="presOf" srcId="{A9471DB8-2016-4162-8F40-C312739B9B80}" destId="{7404AE20-24C7-D94C-83E5-8386FCB1C4DD}" srcOrd="0" destOrd="0" presId="urn:microsoft.com/office/officeart/2005/8/layout/list1"/>
    <dgm:cxn modelId="{884E4AA0-5B2B-4DF7-BC51-BA7A4B973B70}" srcId="{A9471DB8-2016-4162-8F40-C312739B9B80}" destId="{171D53F1-40E9-4639-9474-0BCE64A30417}" srcOrd="3" destOrd="0" parTransId="{8262E99A-CC4B-496F-8C7E-356CC51C8F0E}" sibTransId="{D1FDF5C5-1848-4781-B7EB-4082E34F73B1}"/>
    <dgm:cxn modelId="{E1A5B7BB-7586-7948-89E2-0507F5F9C892}" type="presOf" srcId="{EE53C94E-FF2A-4102-8C24-CFE74BA37E85}" destId="{6C7795DD-1851-D24E-8A09-B6BBFF385627}" srcOrd="1" destOrd="0" presId="urn:microsoft.com/office/officeart/2005/8/layout/list1"/>
    <dgm:cxn modelId="{6AC1C2D1-9515-6345-9F81-4ED0D8A7C9AF}" type="presOf" srcId="{171D53F1-40E9-4639-9474-0BCE64A30417}" destId="{1552F284-A208-0845-B2F5-C452EBD9513C}" srcOrd="1" destOrd="0" presId="urn:microsoft.com/office/officeart/2005/8/layout/list1"/>
    <dgm:cxn modelId="{6C927FF9-B202-4B44-9487-405863168AC8}" srcId="{A9471DB8-2016-4162-8F40-C312739B9B80}" destId="{EE53C94E-FF2A-4102-8C24-CFE74BA37E85}" srcOrd="1" destOrd="0" parTransId="{7DEFDD69-9B27-451E-961B-A37A83AA3164}" sibTransId="{96BAE3E7-0C69-4B6A-9257-2336AB3A3772}"/>
    <dgm:cxn modelId="{BE127B43-C5FF-C645-BE97-353BFD77AD4B}" type="presParOf" srcId="{7404AE20-24C7-D94C-83E5-8386FCB1C4DD}" destId="{35BD9126-CD0C-244C-B8F1-82701EC9E95E}" srcOrd="0" destOrd="0" presId="urn:microsoft.com/office/officeart/2005/8/layout/list1"/>
    <dgm:cxn modelId="{0326205E-7CBC-AE4C-8221-EAFB98615CEA}" type="presParOf" srcId="{35BD9126-CD0C-244C-B8F1-82701EC9E95E}" destId="{BCF9B94F-870E-E54E-93A1-F8C80A28F925}" srcOrd="0" destOrd="0" presId="urn:microsoft.com/office/officeart/2005/8/layout/list1"/>
    <dgm:cxn modelId="{4D11F6EE-E947-4C44-8F5A-B9DA69AC77D9}" type="presParOf" srcId="{35BD9126-CD0C-244C-B8F1-82701EC9E95E}" destId="{7673298F-1EA3-EC4D-8570-8213EEE158BC}" srcOrd="1" destOrd="0" presId="urn:microsoft.com/office/officeart/2005/8/layout/list1"/>
    <dgm:cxn modelId="{148D51F0-12A2-2E49-B9CC-E5EF1A8624F2}" type="presParOf" srcId="{7404AE20-24C7-D94C-83E5-8386FCB1C4DD}" destId="{02CE53A4-1B33-5E4A-9734-46689D07D5C8}" srcOrd="1" destOrd="0" presId="urn:microsoft.com/office/officeart/2005/8/layout/list1"/>
    <dgm:cxn modelId="{559C08AB-CA0A-5E40-9992-588F719B205B}" type="presParOf" srcId="{7404AE20-24C7-D94C-83E5-8386FCB1C4DD}" destId="{D507E962-80FA-1646-A513-D35D17A6F15D}" srcOrd="2" destOrd="0" presId="urn:microsoft.com/office/officeart/2005/8/layout/list1"/>
    <dgm:cxn modelId="{14B28EA6-C488-C448-81FB-EA29277A2FA3}" type="presParOf" srcId="{7404AE20-24C7-D94C-83E5-8386FCB1C4DD}" destId="{33181E8C-7750-D340-A1E5-1933513C084A}" srcOrd="3" destOrd="0" presId="urn:microsoft.com/office/officeart/2005/8/layout/list1"/>
    <dgm:cxn modelId="{B08C381E-694D-1840-8B82-6FC7FE607F8E}" type="presParOf" srcId="{7404AE20-24C7-D94C-83E5-8386FCB1C4DD}" destId="{5C90F436-B5E9-D642-9BED-A9D43308F48D}" srcOrd="4" destOrd="0" presId="urn:microsoft.com/office/officeart/2005/8/layout/list1"/>
    <dgm:cxn modelId="{958EAEF9-8648-EA44-BA1B-A24AD92A18BC}" type="presParOf" srcId="{5C90F436-B5E9-D642-9BED-A9D43308F48D}" destId="{3B3D6C1D-F640-ED4C-80AE-C9F605EF0BB4}" srcOrd="0" destOrd="0" presId="urn:microsoft.com/office/officeart/2005/8/layout/list1"/>
    <dgm:cxn modelId="{D07E0232-308B-C947-B5DB-0876063900E3}" type="presParOf" srcId="{5C90F436-B5E9-D642-9BED-A9D43308F48D}" destId="{6C7795DD-1851-D24E-8A09-B6BBFF385627}" srcOrd="1" destOrd="0" presId="urn:microsoft.com/office/officeart/2005/8/layout/list1"/>
    <dgm:cxn modelId="{69DA90C3-0F3D-F443-B5DF-5F15FA2DEC7F}" type="presParOf" srcId="{7404AE20-24C7-D94C-83E5-8386FCB1C4DD}" destId="{BCAA2723-2F58-F04E-8695-4BBB36DEA89C}" srcOrd="5" destOrd="0" presId="urn:microsoft.com/office/officeart/2005/8/layout/list1"/>
    <dgm:cxn modelId="{6D6E7749-1452-9E4E-9CDB-78AC62B2C695}" type="presParOf" srcId="{7404AE20-24C7-D94C-83E5-8386FCB1C4DD}" destId="{474CEA8B-C6EA-154C-8796-DB1D0FB5EFC3}" srcOrd="6" destOrd="0" presId="urn:microsoft.com/office/officeart/2005/8/layout/list1"/>
    <dgm:cxn modelId="{BD4E4555-0FF0-8144-A371-97C268F76AB4}" type="presParOf" srcId="{7404AE20-24C7-D94C-83E5-8386FCB1C4DD}" destId="{E3D70750-4B08-FB45-93A0-09F2EFD10C7C}" srcOrd="7" destOrd="0" presId="urn:microsoft.com/office/officeart/2005/8/layout/list1"/>
    <dgm:cxn modelId="{65FA4B17-4373-3744-B3C3-78156D2AD822}" type="presParOf" srcId="{7404AE20-24C7-D94C-83E5-8386FCB1C4DD}" destId="{91DFEE5F-4626-DE4E-AA89-D423229B9E91}" srcOrd="8" destOrd="0" presId="urn:microsoft.com/office/officeart/2005/8/layout/list1"/>
    <dgm:cxn modelId="{647E5AD3-261A-EF43-B6CA-F845DEC189AC}" type="presParOf" srcId="{91DFEE5F-4626-DE4E-AA89-D423229B9E91}" destId="{28134759-63B1-E541-9314-8126060CA105}" srcOrd="0" destOrd="0" presId="urn:microsoft.com/office/officeart/2005/8/layout/list1"/>
    <dgm:cxn modelId="{60A1018E-B957-184D-8D2D-BE73962A3418}" type="presParOf" srcId="{91DFEE5F-4626-DE4E-AA89-D423229B9E91}" destId="{0E52A543-B952-BF46-A050-DAC892620F49}" srcOrd="1" destOrd="0" presId="urn:microsoft.com/office/officeart/2005/8/layout/list1"/>
    <dgm:cxn modelId="{129C4E39-7880-6E45-9266-A7EE9432B3AC}" type="presParOf" srcId="{7404AE20-24C7-D94C-83E5-8386FCB1C4DD}" destId="{11B5807C-5E53-C346-BDF1-67BA52DCFFB6}" srcOrd="9" destOrd="0" presId="urn:microsoft.com/office/officeart/2005/8/layout/list1"/>
    <dgm:cxn modelId="{1C79BF9F-9697-F041-AD92-0C1B211AC29D}" type="presParOf" srcId="{7404AE20-24C7-D94C-83E5-8386FCB1C4DD}" destId="{13945D11-5252-E74C-94FA-3743D00FE77F}" srcOrd="10" destOrd="0" presId="urn:microsoft.com/office/officeart/2005/8/layout/list1"/>
    <dgm:cxn modelId="{8D9B8C94-CAF9-B342-A82A-0AEBC7F87796}" type="presParOf" srcId="{7404AE20-24C7-D94C-83E5-8386FCB1C4DD}" destId="{E63A88D9-D3E8-7E49-81CC-15C4F6DACF6C}" srcOrd="11" destOrd="0" presId="urn:microsoft.com/office/officeart/2005/8/layout/list1"/>
    <dgm:cxn modelId="{A7024859-25A5-6140-8936-26548331889A}" type="presParOf" srcId="{7404AE20-24C7-D94C-83E5-8386FCB1C4DD}" destId="{B68367B4-76BD-1845-AC09-C6D2B9CD91C5}" srcOrd="12" destOrd="0" presId="urn:microsoft.com/office/officeart/2005/8/layout/list1"/>
    <dgm:cxn modelId="{3CEE1207-48DD-954E-8376-5DCBC1255710}" type="presParOf" srcId="{B68367B4-76BD-1845-AC09-C6D2B9CD91C5}" destId="{E6FE8940-140A-8442-9474-636B9EEA0938}" srcOrd="0" destOrd="0" presId="urn:microsoft.com/office/officeart/2005/8/layout/list1"/>
    <dgm:cxn modelId="{63B2CCAF-2BAC-ED47-A410-E08C10B43CB7}" type="presParOf" srcId="{B68367B4-76BD-1845-AC09-C6D2B9CD91C5}" destId="{1552F284-A208-0845-B2F5-C452EBD9513C}" srcOrd="1" destOrd="0" presId="urn:microsoft.com/office/officeart/2005/8/layout/list1"/>
    <dgm:cxn modelId="{95965D6E-9B26-C644-9ECB-A24CDE248C5A}" type="presParOf" srcId="{7404AE20-24C7-D94C-83E5-8386FCB1C4DD}" destId="{847B2494-268F-5941-B15F-012E2B08FDAA}" srcOrd="13" destOrd="0" presId="urn:microsoft.com/office/officeart/2005/8/layout/list1"/>
    <dgm:cxn modelId="{3D4546C2-B84E-5D4B-84BB-21223EC9F37A}" type="presParOf" srcId="{7404AE20-24C7-D94C-83E5-8386FCB1C4DD}" destId="{673BDACA-8182-1A4A-A8D7-D1D6A5F70FA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444D01-33F5-4C19-BEDF-F966D0EC11F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FF8A742-A022-442D-AF85-00EC4D03A5E2}">
      <dgm:prSet/>
      <dgm:spPr/>
      <dgm:t>
        <a:bodyPr/>
        <a:lstStyle/>
        <a:p>
          <a:r>
            <a:rPr lang="en-US" b="1" noProof="0" dirty="0"/>
            <a:t>Core:</a:t>
          </a:r>
          <a:r>
            <a:rPr lang="en-US" noProof="0" dirty="0"/>
            <a:t> </a:t>
          </a:r>
          <a:r>
            <a:rPr lang="en-US" noProof="0" dirty="0" err="1"/>
            <a:t>React.js</a:t>
          </a:r>
          <a:endParaRPr lang="en-US" noProof="0" dirty="0"/>
        </a:p>
      </dgm:t>
    </dgm:pt>
    <dgm:pt modelId="{05C0DA93-1FFB-43FB-8F49-B038D3E68B48}" type="parTrans" cxnId="{C501E999-FACD-4F75-888E-D11469A8E748}">
      <dgm:prSet/>
      <dgm:spPr/>
      <dgm:t>
        <a:bodyPr/>
        <a:lstStyle/>
        <a:p>
          <a:endParaRPr lang="en-US"/>
        </a:p>
      </dgm:t>
    </dgm:pt>
    <dgm:pt modelId="{C0CA11E1-77A7-4157-8802-089201080319}" type="sibTrans" cxnId="{C501E999-FACD-4F75-888E-D11469A8E748}">
      <dgm:prSet/>
      <dgm:spPr/>
      <dgm:t>
        <a:bodyPr/>
        <a:lstStyle/>
        <a:p>
          <a:endParaRPr lang="en-US"/>
        </a:p>
      </dgm:t>
    </dgm:pt>
    <dgm:pt modelId="{E95CB2CF-C43F-4988-9C5D-24BCABE8ECB9}">
      <dgm:prSet/>
      <dgm:spPr/>
      <dgm:t>
        <a:bodyPr/>
        <a:lstStyle/>
        <a:p>
          <a:r>
            <a:rPr lang="en-US" b="1" noProof="0" dirty="0"/>
            <a:t>Build Tool:</a:t>
          </a:r>
          <a:r>
            <a:rPr lang="en-US" noProof="0" dirty="0"/>
            <a:t> Vite</a:t>
          </a:r>
        </a:p>
      </dgm:t>
    </dgm:pt>
    <dgm:pt modelId="{5F18D411-D564-41FB-BA18-89B3EE02A66F}" type="parTrans" cxnId="{5FECC476-FAD3-4907-8072-87AE9E019C52}">
      <dgm:prSet/>
      <dgm:spPr/>
      <dgm:t>
        <a:bodyPr/>
        <a:lstStyle/>
        <a:p>
          <a:endParaRPr lang="en-US"/>
        </a:p>
      </dgm:t>
    </dgm:pt>
    <dgm:pt modelId="{5739B7B0-281A-4370-8F61-8D5A62F475E2}" type="sibTrans" cxnId="{5FECC476-FAD3-4907-8072-87AE9E019C52}">
      <dgm:prSet/>
      <dgm:spPr/>
      <dgm:t>
        <a:bodyPr/>
        <a:lstStyle/>
        <a:p>
          <a:endParaRPr lang="en-US"/>
        </a:p>
      </dgm:t>
    </dgm:pt>
    <dgm:pt modelId="{42FC0D46-CD7C-42AB-A79F-D8BAEBB891C4}">
      <dgm:prSet/>
      <dgm:spPr/>
      <dgm:t>
        <a:bodyPr/>
        <a:lstStyle/>
        <a:p>
          <a:r>
            <a:rPr lang="en-US" b="1" noProof="0" dirty="0"/>
            <a:t>Testing:</a:t>
          </a:r>
          <a:r>
            <a:rPr lang="en-US" noProof="0" dirty="0"/>
            <a:t> Playwright</a:t>
          </a:r>
        </a:p>
      </dgm:t>
    </dgm:pt>
    <dgm:pt modelId="{495F6D8E-A784-4CAF-B89D-0392680C801E}" type="parTrans" cxnId="{27D980EC-2149-4EAB-922B-91B0A876B649}">
      <dgm:prSet/>
      <dgm:spPr/>
      <dgm:t>
        <a:bodyPr/>
        <a:lstStyle/>
        <a:p>
          <a:endParaRPr lang="en-US"/>
        </a:p>
      </dgm:t>
    </dgm:pt>
    <dgm:pt modelId="{4F202957-3DDB-4E61-A3BB-8A53CDCD74E5}" type="sibTrans" cxnId="{27D980EC-2149-4EAB-922B-91B0A876B649}">
      <dgm:prSet/>
      <dgm:spPr/>
      <dgm:t>
        <a:bodyPr/>
        <a:lstStyle/>
        <a:p>
          <a:endParaRPr lang="en-US"/>
        </a:p>
      </dgm:t>
    </dgm:pt>
    <dgm:pt modelId="{4D5D89D1-7E2F-4E20-AAB5-F68B5BD5693D}">
      <dgm:prSet/>
      <dgm:spPr/>
      <dgm:t>
        <a:bodyPr/>
        <a:lstStyle/>
        <a:p>
          <a:r>
            <a:rPr lang="en-US" b="1" noProof="0" dirty="0"/>
            <a:t>Styling:</a:t>
          </a:r>
          <a:r>
            <a:rPr lang="en-US" noProof="0" dirty="0"/>
            <a:t> Custom CSS</a:t>
          </a:r>
        </a:p>
      </dgm:t>
    </dgm:pt>
    <dgm:pt modelId="{AD3DC70C-CCE7-4401-B1D1-2980153B2F2E}" type="parTrans" cxnId="{9AAA2FDD-F86C-4856-8F1B-96137B2CC07D}">
      <dgm:prSet/>
      <dgm:spPr/>
      <dgm:t>
        <a:bodyPr/>
        <a:lstStyle/>
        <a:p>
          <a:endParaRPr lang="en-US"/>
        </a:p>
      </dgm:t>
    </dgm:pt>
    <dgm:pt modelId="{64CE2BCB-12D7-443F-9345-7C2B0DBA6433}" type="sibTrans" cxnId="{9AAA2FDD-F86C-4856-8F1B-96137B2CC07D}">
      <dgm:prSet/>
      <dgm:spPr/>
      <dgm:t>
        <a:bodyPr/>
        <a:lstStyle/>
        <a:p>
          <a:endParaRPr lang="en-US"/>
        </a:p>
      </dgm:t>
    </dgm:pt>
    <dgm:pt modelId="{1CF49A10-D26E-594F-BBE8-1F45CE05222D}" type="pres">
      <dgm:prSet presAssocID="{B2444D01-33F5-4C19-BEDF-F966D0EC11F4}" presName="vert0" presStyleCnt="0">
        <dgm:presLayoutVars>
          <dgm:dir/>
          <dgm:animOne val="branch"/>
          <dgm:animLvl val="lvl"/>
        </dgm:presLayoutVars>
      </dgm:prSet>
      <dgm:spPr/>
    </dgm:pt>
    <dgm:pt modelId="{D744B649-3F58-5842-BC7C-50ED01801E41}" type="pres">
      <dgm:prSet presAssocID="{7FF8A742-A022-442D-AF85-00EC4D03A5E2}" presName="thickLine" presStyleLbl="alignNode1" presStyleIdx="0" presStyleCnt="4"/>
      <dgm:spPr/>
    </dgm:pt>
    <dgm:pt modelId="{521EAC56-08DB-974A-9504-322E04DC4CF2}" type="pres">
      <dgm:prSet presAssocID="{7FF8A742-A022-442D-AF85-00EC4D03A5E2}" presName="horz1" presStyleCnt="0"/>
      <dgm:spPr/>
    </dgm:pt>
    <dgm:pt modelId="{9BCBA1A6-900B-EA4F-B172-61C553B4F355}" type="pres">
      <dgm:prSet presAssocID="{7FF8A742-A022-442D-AF85-00EC4D03A5E2}" presName="tx1" presStyleLbl="revTx" presStyleIdx="0" presStyleCnt="4"/>
      <dgm:spPr/>
    </dgm:pt>
    <dgm:pt modelId="{E04C3CB6-16FA-F942-A4F0-B9B1D9B9A3C4}" type="pres">
      <dgm:prSet presAssocID="{7FF8A742-A022-442D-AF85-00EC4D03A5E2}" presName="vert1" presStyleCnt="0"/>
      <dgm:spPr/>
    </dgm:pt>
    <dgm:pt modelId="{E0722930-A829-514F-B76B-75D0B778A09C}" type="pres">
      <dgm:prSet presAssocID="{E95CB2CF-C43F-4988-9C5D-24BCABE8ECB9}" presName="thickLine" presStyleLbl="alignNode1" presStyleIdx="1" presStyleCnt="4"/>
      <dgm:spPr/>
    </dgm:pt>
    <dgm:pt modelId="{4697A9B7-AA68-8241-BB7B-C2E25A7106C0}" type="pres">
      <dgm:prSet presAssocID="{E95CB2CF-C43F-4988-9C5D-24BCABE8ECB9}" presName="horz1" presStyleCnt="0"/>
      <dgm:spPr/>
    </dgm:pt>
    <dgm:pt modelId="{B80DB9C2-D614-D942-9078-3AE0C9B52C82}" type="pres">
      <dgm:prSet presAssocID="{E95CB2CF-C43F-4988-9C5D-24BCABE8ECB9}" presName="tx1" presStyleLbl="revTx" presStyleIdx="1" presStyleCnt="4"/>
      <dgm:spPr/>
    </dgm:pt>
    <dgm:pt modelId="{4BCC1057-DE39-A24D-8680-718E0591EC0B}" type="pres">
      <dgm:prSet presAssocID="{E95CB2CF-C43F-4988-9C5D-24BCABE8ECB9}" presName="vert1" presStyleCnt="0"/>
      <dgm:spPr/>
    </dgm:pt>
    <dgm:pt modelId="{EE709A37-004E-DF4D-9671-C9AEBF86E322}" type="pres">
      <dgm:prSet presAssocID="{42FC0D46-CD7C-42AB-A79F-D8BAEBB891C4}" presName="thickLine" presStyleLbl="alignNode1" presStyleIdx="2" presStyleCnt="4"/>
      <dgm:spPr/>
    </dgm:pt>
    <dgm:pt modelId="{07EED06A-7BFB-5F40-B240-B3E51A849636}" type="pres">
      <dgm:prSet presAssocID="{42FC0D46-CD7C-42AB-A79F-D8BAEBB891C4}" presName="horz1" presStyleCnt="0"/>
      <dgm:spPr/>
    </dgm:pt>
    <dgm:pt modelId="{1D03D56B-5BFF-8641-A02E-11C731406B4B}" type="pres">
      <dgm:prSet presAssocID="{42FC0D46-CD7C-42AB-A79F-D8BAEBB891C4}" presName="tx1" presStyleLbl="revTx" presStyleIdx="2" presStyleCnt="4"/>
      <dgm:spPr/>
    </dgm:pt>
    <dgm:pt modelId="{27A0EB9C-22D8-A641-BA32-AB9D70B45862}" type="pres">
      <dgm:prSet presAssocID="{42FC0D46-CD7C-42AB-A79F-D8BAEBB891C4}" presName="vert1" presStyleCnt="0"/>
      <dgm:spPr/>
    </dgm:pt>
    <dgm:pt modelId="{D3EBAA98-8AB6-EA4D-A1FC-CC359BF09744}" type="pres">
      <dgm:prSet presAssocID="{4D5D89D1-7E2F-4E20-AAB5-F68B5BD5693D}" presName="thickLine" presStyleLbl="alignNode1" presStyleIdx="3" presStyleCnt="4"/>
      <dgm:spPr/>
    </dgm:pt>
    <dgm:pt modelId="{09B4E196-45AF-F64D-BEFB-FC595DE585B4}" type="pres">
      <dgm:prSet presAssocID="{4D5D89D1-7E2F-4E20-AAB5-F68B5BD5693D}" presName="horz1" presStyleCnt="0"/>
      <dgm:spPr/>
    </dgm:pt>
    <dgm:pt modelId="{8E65261D-CD05-B544-8F53-1B267EBD387B}" type="pres">
      <dgm:prSet presAssocID="{4D5D89D1-7E2F-4E20-AAB5-F68B5BD5693D}" presName="tx1" presStyleLbl="revTx" presStyleIdx="3" presStyleCnt="4"/>
      <dgm:spPr/>
    </dgm:pt>
    <dgm:pt modelId="{AF3D07FC-5DAE-2541-BCDF-FDADC43317FE}" type="pres">
      <dgm:prSet presAssocID="{4D5D89D1-7E2F-4E20-AAB5-F68B5BD5693D}" presName="vert1" presStyleCnt="0"/>
      <dgm:spPr/>
    </dgm:pt>
  </dgm:ptLst>
  <dgm:cxnLst>
    <dgm:cxn modelId="{8B6D4A3C-E6B3-8947-AD37-D53877B6C0A1}" type="presOf" srcId="{E95CB2CF-C43F-4988-9C5D-24BCABE8ECB9}" destId="{B80DB9C2-D614-D942-9078-3AE0C9B52C82}" srcOrd="0" destOrd="0" presId="urn:microsoft.com/office/officeart/2008/layout/LinedList"/>
    <dgm:cxn modelId="{5FECC476-FAD3-4907-8072-87AE9E019C52}" srcId="{B2444D01-33F5-4C19-BEDF-F966D0EC11F4}" destId="{E95CB2CF-C43F-4988-9C5D-24BCABE8ECB9}" srcOrd="1" destOrd="0" parTransId="{5F18D411-D564-41FB-BA18-89B3EE02A66F}" sibTransId="{5739B7B0-281A-4370-8F61-8D5A62F475E2}"/>
    <dgm:cxn modelId="{38A80C91-B72B-3B49-A15A-B5EF520FC29B}" type="presOf" srcId="{4D5D89D1-7E2F-4E20-AAB5-F68B5BD5693D}" destId="{8E65261D-CD05-B544-8F53-1B267EBD387B}" srcOrd="0" destOrd="0" presId="urn:microsoft.com/office/officeart/2008/layout/LinedList"/>
    <dgm:cxn modelId="{07537091-819D-1740-983D-8BD1A5789392}" type="presOf" srcId="{7FF8A742-A022-442D-AF85-00EC4D03A5E2}" destId="{9BCBA1A6-900B-EA4F-B172-61C553B4F355}" srcOrd="0" destOrd="0" presId="urn:microsoft.com/office/officeart/2008/layout/LinedList"/>
    <dgm:cxn modelId="{C501E999-FACD-4F75-888E-D11469A8E748}" srcId="{B2444D01-33F5-4C19-BEDF-F966D0EC11F4}" destId="{7FF8A742-A022-442D-AF85-00EC4D03A5E2}" srcOrd="0" destOrd="0" parTransId="{05C0DA93-1FFB-43FB-8F49-B038D3E68B48}" sibTransId="{C0CA11E1-77A7-4157-8802-089201080319}"/>
    <dgm:cxn modelId="{F4B409DD-F4E2-A946-A09F-671688E9DC6E}" type="presOf" srcId="{B2444D01-33F5-4C19-BEDF-F966D0EC11F4}" destId="{1CF49A10-D26E-594F-BBE8-1F45CE05222D}" srcOrd="0" destOrd="0" presId="urn:microsoft.com/office/officeart/2008/layout/LinedList"/>
    <dgm:cxn modelId="{9AAA2FDD-F86C-4856-8F1B-96137B2CC07D}" srcId="{B2444D01-33F5-4C19-BEDF-F966D0EC11F4}" destId="{4D5D89D1-7E2F-4E20-AAB5-F68B5BD5693D}" srcOrd="3" destOrd="0" parTransId="{AD3DC70C-CCE7-4401-B1D1-2980153B2F2E}" sibTransId="{64CE2BCB-12D7-443F-9345-7C2B0DBA6433}"/>
    <dgm:cxn modelId="{27D980EC-2149-4EAB-922B-91B0A876B649}" srcId="{B2444D01-33F5-4C19-BEDF-F966D0EC11F4}" destId="{42FC0D46-CD7C-42AB-A79F-D8BAEBB891C4}" srcOrd="2" destOrd="0" parTransId="{495F6D8E-A784-4CAF-B89D-0392680C801E}" sibTransId="{4F202957-3DDB-4E61-A3BB-8A53CDCD74E5}"/>
    <dgm:cxn modelId="{3549F6FF-F068-0149-AEC7-ACCA94C22794}" type="presOf" srcId="{42FC0D46-CD7C-42AB-A79F-D8BAEBB891C4}" destId="{1D03D56B-5BFF-8641-A02E-11C731406B4B}" srcOrd="0" destOrd="0" presId="urn:microsoft.com/office/officeart/2008/layout/LinedList"/>
    <dgm:cxn modelId="{D3F2A4D7-3194-AB40-A2CC-EDF42229CB50}" type="presParOf" srcId="{1CF49A10-D26E-594F-BBE8-1F45CE05222D}" destId="{D744B649-3F58-5842-BC7C-50ED01801E41}" srcOrd="0" destOrd="0" presId="urn:microsoft.com/office/officeart/2008/layout/LinedList"/>
    <dgm:cxn modelId="{ABD834E0-75C8-1441-8611-11313544AB7A}" type="presParOf" srcId="{1CF49A10-D26E-594F-BBE8-1F45CE05222D}" destId="{521EAC56-08DB-974A-9504-322E04DC4CF2}" srcOrd="1" destOrd="0" presId="urn:microsoft.com/office/officeart/2008/layout/LinedList"/>
    <dgm:cxn modelId="{D73680E2-89E5-1249-B9D9-2A33450A011F}" type="presParOf" srcId="{521EAC56-08DB-974A-9504-322E04DC4CF2}" destId="{9BCBA1A6-900B-EA4F-B172-61C553B4F355}" srcOrd="0" destOrd="0" presId="urn:microsoft.com/office/officeart/2008/layout/LinedList"/>
    <dgm:cxn modelId="{C1844441-787E-2548-B959-8FBC966B3467}" type="presParOf" srcId="{521EAC56-08DB-974A-9504-322E04DC4CF2}" destId="{E04C3CB6-16FA-F942-A4F0-B9B1D9B9A3C4}" srcOrd="1" destOrd="0" presId="urn:microsoft.com/office/officeart/2008/layout/LinedList"/>
    <dgm:cxn modelId="{ABA6FD5C-6E5F-4B43-A6A6-E7B083B3845A}" type="presParOf" srcId="{1CF49A10-D26E-594F-BBE8-1F45CE05222D}" destId="{E0722930-A829-514F-B76B-75D0B778A09C}" srcOrd="2" destOrd="0" presId="urn:microsoft.com/office/officeart/2008/layout/LinedList"/>
    <dgm:cxn modelId="{CA04F3DC-D595-0142-8006-49C4DCB1B000}" type="presParOf" srcId="{1CF49A10-D26E-594F-BBE8-1F45CE05222D}" destId="{4697A9B7-AA68-8241-BB7B-C2E25A7106C0}" srcOrd="3" destOrd="0" presId="urn:microsoft.com/office/officeart/2008/layout/LinedList"/>
    <dgm:cxn modelId="{B6433698-E7CD-C14E-863A-F9E0AC30DF05}" type="presParOf" srcId="{4697A9B7-AA68-8241-BB7B-C2E25A7106C0}" destId="{B80DB9C2-D614-D942-9078-3AE0C9B52C82}" srcOrd="0" destOrd="0" presId="urn:microsoft.com/office/officeart/2008/layout/LinedList"/>
    <dgm:cxn modelId="{73FABBC4-4DB9-FF45-BD81-7BA69812E9DB}" type="presParOf" srcId="{4697A9B7-AA68-8241-BB7B-C2E25A7106C0}" destId="{4BCC1057-DE39-A24D-8680-718E0591EC0B}" srcOrd="1" destOrd="0" presId="urn:microsoft.com/office/officeart/2008/layout/LinedList"/>
    <dgm:cxn modelId="{F2AE3C93-4443-354C-B54B-945160951E49}" type="presParOf" srcId="{1CF49A10-D26E-594F-BBE8-1F45CE05222D}" destId="{EE709A37-004E-DF4D-9671-C9AEBF86E322}" srcOrd="4" destOrd="0" presId="urn:microsoft.com/office/officeart/2008/layout/LinedList"/>
    <dgm:cxn modelId="{3D136FF1-ED5C-BC43-98E6-022705B7EB90}" type="presParOf" srcId="{1CF49A10-D26E-594F-BBE8-1F45CE05222D}" destId="{07EED06A-7BFB-5F40-B240-B3E51A849636}" srcOrd="5" destOrd="0" presId="urn:microsoft.com/office/officeart/2008/layout/LinedList"/>
    <dgm:cxn modelId="{060A5B74-E575-B949-A9A8-0453828FDB87}" type="presParOf" srcId="{07EED06A-7BFB-5F40-B240-B3E51A849636}" destId="{1D03D56B-5BFF-8641-A02E-11C731406B4B}" srcOrd="0" destOrd="0" presId="urn:microsoft.com/office/officeart/2008/layout/LinedList"/>
    <dgm:cxn modelId="{8547E06E-1B3D-4145-9DAD-14AC7D893680}" type="presParOf" srcId="{07EED06A-7BFB-5F40-B240-B3E51A849636}" destId="{27A0EB9C-22D8-A641-BA32-AB9D70B45862}" srcOrd="1" destOrd="0" presId="urn:microsoft.com/office/officeart/2008/layout/LinedList"/>
    <dgm:cxn modelId="{6A066E36-23C0-184C-AC9A-3F388003E07D}" type="presParOf" srcId="{1CF49A10-D26E-594F-BBE8-1F45CE05222D}" destId="{D3EBAA98-8AB6-EA4D-A1FC-CC359BF09744}" srcOrd="6" destOrd="0" presId="urn:microsoft.com/office/officeart/2008/layout/LinedList"/>
    <dgm:cxn modelId="{AD1F78D5-D0F3-2A44-A7EF-EF843F481B40}" type="presParOf" srcId="{1CF49A10-D26E-594F-BBE8-1F45CE05222D}" destId="{09B4E196-45AF-F64D-BEFB-FC595DE585B4}" srcOrd="7" destOrd="0" presId="urn:microsoft.com/office/officeart/2008/layout/LinedList"/>
    <dgm:cxn modelId="{EFEC195F-68EE-A840-B396-95790C22E4CF}" type="presParOf" srcId="{09B4E196-45AF-F64D-BEFB-FC595DE585B4}" destId="{8E65261D-CD05-B544-8F53-1B267EBD387B}" srcOrd="0" destOrd="0" presId="urn:microsoft.com/office/officeart/2008/layout/LinedList"/>
    <dgm:cxn modelId="{853308C2-C129-0545-A59E-7C5C2CF7DD0F}" type="presParOf" srcId="{09B4E196-45AF-F64D-BEFB-FC595DE585B4}" destId="{AF3D07FC-5DAE-2541-BCDF-FDADC43317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585545-82BB-4409-8B62-77FE27EF3D99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1767DC4-80D0-442A-9290-05C708A141BC}">
      <dgm:prSet/>
      <dgm:spPr/>
      <dgm:t>
        <a:bodyPr/>
        <a:lstStyle/>
        <a:p>
          <a:r>
            <a:rPr lang="en-US" b="1" noProof="0" dirty="0"/>
            <a:t>Server:</a:t>
          </a:r>
          <a:r>
            <a:rPr lang="en-US" noProof="0" dirty="0"/>
            <a:t> Node.js &amp; </a:t>
          </a:r>
          <a:r>
            <a:rPr lang="en-US" noProof="0" dirty="0" err="1"/>
            <a:t>Express.js</a:t>
          </a:r>
          <a:endParaRPr lang="en-US" noProof="0" dirty="0"/>
        </a:p>
      </dgm:t>
    </dgm:pt>
    <dgm:pt modelId="{84628D2C-990E-4DE1-B23F-E7B8DCA96DA0}" type="parTrans" cxnId="{15246F1E-8A6E-43FF-AD1B-F910FFB24755}">
      <dgm:prSet/>
      <dgm:spPr/>
      <dgm:t>
        <a:bodyPr/>
        <a:lstStyle/>
        <a:p>
          <a:endParaRPr lang="en-US"/>
        </a:p>
      </dgm:t>
    </dgm:pt>
    <dgm:pt modelId="{DAEBB130-8F0E-42A3-911F-AC8CDCADDA80}" type="sibTrans" cxnId="{15246F1E-8A6E-43FF-AD1B-F910FFB24755}">
      <dgm:prSet/>
      <dgm:spPr/>
      <dgm:t>
        <a:bodyPr/>
        <a:lstStyle/>
        <a:p>
          <a:endParaRPr lang="en-US"/>
        </a:p>
      </dgm:t>
    </dgm:pt>
    <dgm:pt modelId="{A4385D32-AF21-4745-BEDC-66A869EF777F}">
      <dgm:prSet/>
      <dgm:spPr/>
      <dgm:t>
        <a:bodyPr/>
        <a:lstStyle/>
        <a:p>
          <a:r>
            <a:rPr lang="en-US" b="1" noProof="0" dirty="0"/>
            <a:t>Database &amp; ORM:</a:t>
          </a:r>
          <a:r>
            <a:rPr lang="en-US" noProof="0" dirty="0"/>
            <a:t> MySQL &amp; Prisma</a:t>
          </a:r>
        </a:p>
      </dgm:t>
    </dgm:pt>
    <dgm:pt modelId="{6FFFE3B9-D14B-4AB5-BA0F-DD779B618429}" type="parTrans" cxnId="{A172EBE1-C337-431D-9A09-0BAE71C7022C}">
      <dgm:prSet/>
      <dgm:spPr/>
      <dgm:t>
        <a:bodyPr/>
        <a:lstStyle/>
        <a:p>
          <a:endParaRPr lang="en-US"/>
        </a:p>
      </dgm:t>
    </dgm:pt>
    <dgm:pt modelId="{783B9D56-EBAA-44D1-95B5-13479535FD6B}" type="sibTrans" cxnId="{A172EBE1-C337-431D-9A09-0BAE71C7022C}">
      <dgm:prSet/>
      <dgm:spPr/>
      <dgm:t>
        <a:bodyPr/>
        <a:lstStyle/>
        <a:p>
          <a:endParaRPr lang="en-US"/>
        </a:p>
      </dgm:t>
    </dgm:pt>
    <dgm:pt modelId="{3832C5DA-A500-4118-82A2-9490A0D1429D}">
      <dgm:prSet/>
      <dgm:spPr/>
      <dgm:t>
        <a:bodyPr/>
        <a:lstStyle/>
        <a:p>
          <a:r>
            <a:rPr lang="en-US" b="1" noProof="0" dirty="0"/>
            <a:t>Security:</a:t>
          </a:r>
          <a:r>
            <a:rPr lang="en-US" noProof="0" dirty="0"/>
            <a:t> JSON Web Tokens (JWT)</a:t>
          </a:r>
        </a:p>
      </dgm:t>
    </dgm:pt>
    <dgm:pt modelId="{1F9517C6-6D3D-4FCB-A646-48454A4C4B4E}" type="parTrans" cxnId="{0C4B69C0-BAA3-4532-8DFB-F06ECB7F860B}">
      <dgm:prSet/>
      <dgm:spPr/>
      <dgm:t>
        <a:bodyPr/>
        <a:lstStyle/>
        <a:p>
          <a:endParaRPr lang="en-US"/>
        </a:p>
      </dgm:t>
    </dgm:pt>
    <dgm:pt modelId="{DE7216E5-6F5D-40A7-BB44-9EA0F9BA6C91}" type="sibTrans" cxnId="{0C4B69C0-BAA3-4532-8DFB-F06ECB7F860B}">
      <dgm:prSet/>
      <dgm:spPr/>
      <dgm:t>
        <a:bodyPr/>
        <a:lstStyle/>
        <a:p>
          <a:endParaRPr lang="en-US"/>
        </a:p>
      </dgm:t>
    </dgm:pt>
    <dgm:pt modelId="{BF83F9C9-E864-43E7-BCB4-BFE5FDE05CCB}">
      <dgm:prSet/>
      <dgm:spPr/>
      <dgm:t>
        <a:bodyPr/>
        <a:lstStyle/>
        <a:p>
          <a:r>
            <a:rPr lang="en-US" b="1" noProof="0" dirty="0"/>
            <a:t>DevOps &amp; Tools:</a:t>
          </a:r>
          <a:r>
            <a:rPr lang="en-US" noProof="0" dirty="0"/>
            <a:t> Docker, Swagger, Jest</a:t>
          </a:r>
        </a:p>
      </dgm:t>
    </dgm:pt>
    <dgm:pt modelId="{932B132D-4416-427D-9D86-0A289F8848BC}" type="parTrans" cxnId="{1FDD10AE-1BB5-46B6-895D-363DBAFFCB38}">
      <dgm:prSet/>
      <dgm:spPr/>
      <dgm:t>
        <a:bodyPr/>
        <a:lstStyle/>
        <a:p>
          <a:endParaRPr lang="en-US"/>
        </a:p>
      </dgm:t>
    </dgm:pt>
    <dgm:pt modelId="{C91F5ACC-63ED-44A8-927E-37EEA0EC8F10}" type="sibTrans" cxnId="{1FDD10AE-1BB5-46B6-895D-363DBAFFCB38}">
      <dgm:prSet/>
      <dgm:spPr/>
      <dgm:t>
        <a:bodyPr/>
        <a:lstStyle/>
        <a:p>
          <a:endParaRPr lang="en-US"/>
        </a:p>
      </dgm:t>
    </dgm:pt>
    <dgm:pt modelId="{256DB345-4EC6-3147-99D6-A1C8214411E5}" type="pres">
      <dgm:prSet presAssocID="{B0585545-82BB-4409-8B62-77FE27EF3D99}" presName="matrix" presStyleCnt="0">
        <dgm:presLayoutVars>
          <dgm:chMax val="1"/>
          <dgm:dir/>
          <dgm:resizeHandles val="exact"/>
        </dgm:presLayoutVars>
      </dgm:prSet>
      <dgm:spPr/>
    </dgm:pt>
    <dgm:pt modelId="{D1F0D04A-9369-184B-82B7-7E42E988BFB4}" type="pres">
      <dgm:prSet presAssocID="{B0585545-82BB-4409-8B62-77FE27EF3D99}" presName="diamond" presStyleLbl="bgShp" presStyleIdx="0" presStyleCnt="1"/>
      <dgm:spPr/>
    </dgm:pt>
    <dgm:pt modelId="{44736F67-59BB-7C45-8C1B-6074987DC18D}" type="pres">
      <dgm:prSet presAssocID="{B0585545-82BB-4409-8B62-77FE27EF3D9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542AD35-CD8E-9F45-8F47-006017C2D9B6}" type="pres">
      <dgm:prSet presAssocID="{B0585545-82BB-4409-8B62-77FE27EF3D9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BB0CF7-15D5-B54E-AE43-6B424E54AC9F}" type="pres">
      <dgm:prSet presAssocID="{B0585545-82BB-4409-8B62-77FE27EF3D9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B4C1D09-7730-AE40-A2F8-1136A2B56A7F}" type="pres">
      <dgm:prSet presAssocID="{B0585545-82BB-4409-8B62-77FE27EF3D9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5246F1E-8A6E-43FF-AD1B-F910FFB24755}" srcId="{B0585545-82BB-4409-8B62-77FE27EF3D99}" destId="{71767DC4-80D0-442A-9290-05C708A141BC}" srcOrd="0" destOrd="0" parTransId="{84628D2C-990E-4DE1-B23F-E7B8DCA96DA0}" sibTransId="{DAEBB130-8F0E-42A3-911F-AC8CDCADDA80}"/>
    <dgm:cxn modelId="{7BA9B62F-C3BA-AF4D-A874-38EF2CB849FD}" type="presOf" srcId="{A4385D32-AF21-4745-BEDC-66A869EF777F}" destId="{F542AD35-CD8E-9F45-8F47-006017C2D9B6}" srcOrd="0" destOrd="0" presId="urn:microsoft.com/office/officeart/2005/8/layout/matrix3"/>
    <dgm:cxn modelId="{FEBF5431-AB3B-0347-8495-AAEE7C7BF9B1}" type="presOf" srcId="{3832C5DA-A500-4118-82A2-9490A0D1429D}" destId="{DDBB0CF7-15D5-B54E-AE43-6B424E54AC9F}" srcOrd="0" destOrd="0" presId="urn:microsoft.com/office/officeart/2005/8/layout/matrix3"/>
    <dgm:cxn modelId="{1FDD10AE-1BB5-46B6-895D-363DBAFFCB38}" srcId="{B0585545-82BB-4409-8B62-77FE27EF3D99}" destId="{BF83F9C9-E864-43E7-BCB4-BFE5FDE05CCB}" srcOrd="3" destOrd="0" parTransId="{932B132D-4416-427D-9D86-0A289F8848BC}" sibTransId="{C91F5ACC-63ED-44A8-927E-37EEA0EC8F10}"/>
    <dgm:cxn modelId="{917FFEB4-7539-D54B-A6C5-A6BBC1EE1766}" type="presOf" srcId="{B0585545-82BB-4409-8B62-77FE27EF3D99}" destId="{256DB345-4EC6-3147-99D6-A1C8214411E5}" srcOrd="0" destOrd="0" presId="urn:microsoft.com/office/officeart/2005/8/layout/matrix3"/>
    <dgm:cxn modelId="{54BB0AC0-296E-3D4C-AA6C-665F9B1D2511}" type="presOf" srcId="{71767DC4-80D0-442A-9290-05C708A141BC}" destId="{44736F67-59BB-7C45-8C1B-6074987DC18D}" srcOrd="0" destOrd="0" presId="urn:microsoft.com/office/officeart/2005/8/layout/matrix3"/>
    <dgm:cxn modelId="{0C4B69C0-BAA3-4532-8DFB-F06ECB7F860B}" srcId="{B0585545-82BB-4409-8B62-77FE27EF3D99}" destId="{3832C5DA-A500-4118-82A2-9490A0D1429D}" srcOrd="2" destOrd="0" parTransId="{1F9517C6-6D3D-4FCB-A646-48454A4C4B4E}" sibTransId="{DE7216E5-6F5D-40A7-BB44-9EA0F9BA6C91}"/>
    <dgm:cxn modelId="{9BC309CE-C718-104C-BDC3-55557767E413}" type="presOf" srcId="{BF83F9C9-E864-43E7-BCB4-BFE5FDE05CCB}" destId="{1B4C1D09-7730-AE40-A2F8-1136A2B56A7F}" srcOrd="0" destOrd="0" presId="urn:microsoft.com/office/officeart/2005/8/layout/matrix3"/>
    <dgm:cxn modelId="{A172EBE1-C337-431D-9A09-0BAE71C7022C}" srcId="{B0585545-82BB-4409-8B62-77FE27EF3D99}" destId="{A4385D32-AF21-4745-BEDC-66A869EF777F}" srcOrd="1" destOrd="0" parTransId="{6FFFE3B9-D14B-4AB5-BA0F-DD779B618429}" sibTransId="{783B9D56-EBAA-44D1-95B5-13479535FD6B}"/>
    <dgm:cxn modelId="{4AF40869-97C2-3B47-96AA-515608FDB213}" type="presParOf" srcId="{256DB345-4EC6-3147-99D6-A1C8214411E5}" destId="{D1F0D04A-9369-184B-82B7-7E42E988BFB4}" srcOrd="0" destOrd="0" presId="urn:microsoft.com/office/officeart/2005/8/layout/matrix3"/>
    <dgm:cxn modelId="{2A81AE8C-B654-344D-B16D-582E9E391B9F}" type="presParOf" srcId="{256DB345-4EC6-3147-99D6-A1C8214411E5}" destId="{44736F67-59BB-7C45-8C1B-6074987DC18D}" srcOrd="1" destOrd="0" presId="urn:microsoft.com/office/officeart/2005/8/layout/matrix3"/>
    <dgm:cxn modelId="{5C8230C5-87E3-5E4E-8CC7-11416D9ECCCF}" type="presParOf" srcId="{256DB345-4EC6-3147-99D6-A1C8214411E5}" destId="{F542AD35-CD8E-9F45-8F47-006017C2D9B6}" srcOrd="2" destOrd="0" presId="urn:microsoft.com/office/officeart/2005/8/layout/matrix3"/>
    <dgm:cxn modelId="{3084200C-9229-B848-9E44-10EA221F9B00}" type="presParOf" srcId="{256DB345-4EC6-3147-99D6-A1C8214411E5}" destId="{DDBB0CF7-15D5-B54E-AE43-6B424E54AC9F}" srcOrd="3" destOrd="0" presId="urn:microsoft.com/office/officeart/2005/8/layout/matrix3"/>
    <dgm:cxn modelId="{FED1DBB5-92C9-A241-BC5C-17BDA046FEDB}" type="presParOf" srcId="{256DB345-4EC6-3147-99D6-A1C8214411E5}" destId="{1B4C1D09-7730-AE40-A2F8-1136A2B56A7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0B3CE5-0482-41C3-82F9-D6CAD2FEA70E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92BBB0-61CF-437A-BBB1-A65269E666A0}">
      <dgm:prSet/>
      <dgm:spPr/>
      <dgm:t>
        <a:bodyPr/>
        <a:lstStyle/>
        <a:p>
          <a:r>
            <a:rPr lang="en-US" noProof="0" dirty="0"/>
            <a:t>Admin Dashboard &amp; Ticket System</a:t>
          </a:r>
        </a:p>
      </dgm:t>
    </dgm:pt>
    <dgm:pt modelId="{3C9DC103-7BC6-4E8F-BE00-34A46061BC3E}" type="parTrans" cxnId="{B056D8ED-0D2C-4F70-BE52-D2403A7ADE33}">
      <dgm:prSet/>
      <dgm:spPr/>
      <dgm:t>
        <a:bodyPr/>
        <a:lstStyle/>
        <a:p>
          <a:endParaRPr lang="en-US"/>
        </a:p>
      </dgm:t>
    </dgm:pt>
    <dgm:pt modelId="{6EF7FDB3-A8C2-4B41-859A-32DF05868C51}" type="sibTrans" cxnId="{B056D8ED-0D2C-4F70-BE52-D2403A7ADE33}">
      <dgm:prSet/>
      <dgm:spPr/>
      <dgm:t>
        <a:bodyPr/>
        <a:lstStyle/>
        <a:p>
          <a:endParaRPr lang="en-US"/>
        </a:p>
      </dgm:t>
    </dgm:pt>
    <dgm:pt modelId="{B9AFD830-2113-4086-A4BD-7A844BCBA9AA}">
      <dgm:prSet/>
      <dgm:spPr/>
      <dgm:t>
        <a:bodyPr/>
        <a:lstStyle/>
        <a:p>
          <a:r>
            <a:rPr lang="en-US" b="1" i="0" noProof="0" dirty="0"/>
            <a:t>Biggest Challenge:</a:t>
          </a:r>
          <a:r>
            <a:rPr lang="en-US" b="0" i="0" noProof="0" dirty="0"/>
            <a:t> Integrating AI &amp; </a:t>
          </a:r>
          <a:r>
            <a:rPr lang="en-US" b="0" i="0" noProof="0" dirty="0" err="1"/>
            <a:t>Dockerization</a:t>
          </a:r>
          <a:endParaRPr lang="en-US" noProof="0" dirty="0"/>
        </a:p>
      </dgm:t>
    </dgm:pt>
    <dgm:pt modelId="{69CA9BCD-6180-4D70-A5A9-DAF612A7FB13}" type="parTrans" cxnId="{3958C246-1C36-497A-8C3E-51C6BF9C60DE}">
      <dgm:prSet/>
      <dgm:spPr/>
      <dgm:t>
        <a:bodyPr/>
        <a:lstStyle/>
        <a:p>
          <a:endParaRPr lang="en-US"/>
        </a:p>
      </dgm:t>
    </dgm:pt>
    <dgm:pt modelId="{D49EECEC-D3B1-421A-BB09-DAD4E3CA0F20}" type="sibTrans" cxnId="{3958C246-1C36-497A-8C3E-51C6BF9C60DE}">
      <dgm:prSet/>
      <dgm:spPr/>
      <dgm:t>
        <a:bodyPr/>
        <a:lstStyle/>
        <a:p>
          <a:endParaRPr lang="en-US"/>
        </a:p>
      </dgm:t>
    </dgm:pt>
    <dgm:pt modelId="{D2EF407F-9956-5547-B121-E3FF7F8DEC96}" type="pres">
      <dgm:prSet presAssocID="{660B3CE5-0482-41C3-82F9-D6CAD2FEA70E}" presName="diagram" presStyleCnt="0">
        <dgm:presLayoutVars>
          <dgm:dir/>
          <dgm:resizeHandles val="exact"/>
        </dgm:presLayoutVars>
      </dgm:prSet>
      <dgm:spPr/>
    </dgm:pt>
    <dgm:pt modelId="{65EB03BE-F437-DA4E-9423-5C5E2187EDFE}" type="pres">
      <dgm:prSet presAssocID="{B292BBB0-61CF-437A-BBB1-A65269E666A0}" presName="node" presStyleLbl="node1" presStyleIdx="0" presStyleCnt="2">
        <dgm:presLayoutVars>
          <dgm:bulletEnabled val="1"/>
        </dgm:presLayoutVars>
      </dgm:prSet>
      <dgm:spPr/>
    </dgm:pt>
    <dgm:pt modelId="{E14AF956-22BB-7A4F-B4B7-A17BE2B47DDF}" type="pres">
      <dgm:prSet presAssocID="{6EF7FDB3-A8C2-4B41-859A-32DF05868C51}" presName="sibTrans" presStyleCnt="0"/>
      <dgm:spPr/>
    </dgm:pt>
    <dgm:pt modelId="{5BE0E55D-F193-6149-A040-A058A317AE55}" type="pres">
      <dgm:prSet presAssocID="{B9AFD830-2113-4086-A4BD-7A844BCBA9AA}" presName="node" presStyleLbl="node1" presStyleIdx="1" presStyleCnt="2">
        <dgm:presLayoutVars>
          <dgm:bulletEnabled val="1"/>
        </dgm:presLayoutVars>
      </dgm:prSet>
      <dgm:spPr/>
    </dgm:pt>
  </dgm:ptLst>
  <dgm:cxnLst>
    <dgm:cxn modelId="{24395E3A-D244-284B-9E68-7310A6DFCD7C}" type="presOf" srcId="{B292BBB0-61CF-437A-BBB1-A65269E666A0}" destId="{65EB03BE-F437-DA4E-9423-5C5E2187EDFE}" srcOrd="0" destOrd="0" presId="urn:microsoft.com/office/officeart/2005/8/layout/default"/>
    <dgm:cxn modelId="{3958C246-1C36-497A-8C3E-51C6BF9C60DE}" srcId="{660B3CE5-0482-41C3-82F9-D6CAD2FEA70E}" destId="{B9AFD830-2113-4086-A4BD-7A844BCBA9AA}" srcOrd="1" destOrd="0" parTransId="{69CA9BCD-6180-4D70-A5A9-DAF612A7FB13}" sibTransId="{D49EECEC-D3B1-421A-BB09-DAD4E3CA0F20}"/>
    <dgm:cxn modelId="{5328DDB5-F4D9-2445-B182-4F928DECB8E6}" type="presOf" srcId="{660B3CE5-0482-41C3-82F9-D6CAD2FEA70E}" destId="{D2EF407F-9956-5547-B121-E3FF7F8DEC96}" srcOrd="0" destOrd="0" presId="urn:microsoft.com/office/officeart/2005/8/layout/default"/>
    <dgm:cxn modelId="{413EFBD5-AA2F-3948-BA7E-6384502C0486}" type="presOf" srcId="{B9AFD830-2113-4086-A4BD-7A844BCBA9AA}" destId="{5BE0E55D-F193-6149-A040-A058A317AE55}" srcOrd="0" destOrd="0" presId="urn:microsoft.com/office/officeart/2005/8/layout/default"/>
    <dgm:cxn modelId="{B056D8ED-0D2C-4F70-BE52-D2403A7ADE33}" srcId="{660B3CE5-0482-41C3-82F9-D6CAD2FEA70E}" destId="{B292BBB0-61CF-437A-BBB1-A65269E666A0}" srcOrd="0" destOrd="0" parTransId="{3C9DC103-7BC6-4E8F-BE00-34A46061BC3E}" sibTransId="{6EF7FDB3-A8C2-4B41-859A-32DF05868C51}"/>
    <dgm:cxn modelId="{33CCFCCA-99CE-E34E-B3BD-B66FF8BF3CD3}" type="presParOf" srcId="{D2EF407F-9956-5547-B121-E3FF7F8DEC96}" destId="{65EB03BE-F437-DA4E-9423-5C5E2187EDFE}" srcOrd="0" destOrd="0" presId="urn:microsoft.com/office/officeart/2005/8/layout/default"/>
    <dgm:cxn modelId="{3796C315-C2A8-3D43-A43F-A4C9BF70CB8A}" type="presParOf" srcId="{D2EF407F-9956-5547-B121-E3FF7F8DEC96}" destId="{E14AF956-22BB-7A4F-B4B7-A17BE2B47DDF}" srcOrd="1" destOrd="0" presId="urn:microsoft.com/office/officeart/2005/8/layout/default"/>
    <dgm:cxn modelId="{CF6E4B3A-85D1-7746-BE6E-DFAE19321E71}" type="presParOf" srcId="{D2EF407F-9956-5547-B121-E3FF7F8DEC96}" destId="{5BE0E55D-F193-6149-A040-A058A317AE5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81A4E-01B0-0D43-A507-3E04DDE36D2D}">
      <dsp:nvSpPr>
        <dsp:cNvPr id="0" name=""/>
        <dsp:cNvSpPr/>
      </dsp:nvSpPr>
      <dsp:spPr>
        <a:xfrm>
          <a:off x="0" y="778819"/>
          <a:ext cx="6303729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 dirty="0"/>
            <a:t>The Vision:</a:t>
          </a:r>
          <a:r>
            <a:rPr lang="en-US" sz="3200" kern="1200" noProof="0" dirty="0"/>
            <a:t> Interactive platform for personal challenges</a:t>
          </a:r>
        </a:p>
      </dsp:txBody>
      <dsp:txXfrm>
        <a:off x="62141" y="840960"/>
        <a:ext cx="6179447" cy="1148678"/>
      </dsp:txXfrm>
    </dsp:sp>
    <dsp:sp modelId="{AD303F17-0552-E040-A1BF-5138C47D783B}">
      <dsp:nvSpPr>
        <dsp:cNvPr id="0" name=""/>
        <dsp:cNvSpPr/>
      </dsp:nvSpPr>
      <dsp:spPr>
        <a:xfrm>
          <a:off x="0" y="2143939"/>
          <a:ext cx="6303729" cy="1272960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 dirty="0"/>
            <a:t>Goal:</a:t>
          </a:r>
          <a:r>
            <a:rPr lang="en-US" sz="3200" kern="1200" noProof="0" dirty="0"/>
            <a:t> Gamified self-improvement</a:t>
          </a:r>
        </a:p>
      </dsp:txBody>
      <dsp:txXfrm>
        <a:off x="62141" y="2206080"/>
        <a:ext cx="6179447" cy="1148678"/>
      </dsp:txXfrm>
    </dsp:sp>
    <dsp:sp modelId="{12C80050-95D1-BC4F-B255-5A42DA73A4E6}">
      <dsp:nvSpPr>
        <dsp:cNvPr id="0" name=""/>
        <dsp:cNvSpPr/>
      </dsp:nvSpPr>
      <dsp:spPr>
        <a:xfrm>
          <a:off x="0" y="3509059"/>
          <a:ext cx="6303729" cy="127296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 dirty="0"/>
            <a:t>User flow:</a:t>
          </a:r>
          <a:r>
            <a:rPr lang="en-US" sz="3200" kern="1200" noProof="0" dirty="0"/>
            <a:t> Discover -&gt; Complete -&gt; Prove -&gt; Get Rewarded</a:t>
          </a:r>
        </a:p>
      </dsp:txBody>
      <dsp:txXfrm>
        <a:off x="62141" y="3571200"/>
        <a:ext cx="6179447" cy="1148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7E962-80FA-1646-A513-D35D17A6F15D}">
      <dsp:nvSpPr>
        <dsp:cNvPr id="0" name=""/>
        <dsp:cNvSpPr/>
      </dsp:nvSpPr>
      <dsp:spPr>
        <a:xfrm>
          <a:off x="0" y="1300167"/>
          <a:ext cx="629171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3298F-1EA3-EC4D-8570-8213EEE158BC}">
      <dsp:nvSpPr>
        <dsp:cNvPr id="0" name=""/>
        <dsp:cNvSpPr/>
      </dsp:nvSpPr>
      <dsp:spPr>
        <a:xfrm>
          <a:off x="314585" y="1004967"/>
          <a:ext cx="4404199" cy="59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Browse Active &amp; Custom Challenges</a:t>
          </a:r>
        </a:p>
      </dsp:txBody>
      <dsp:txXfrm>
        <a:off x="343406" y="1033788"/>
        <a:ext cx="4346557" cy="532757"/>
      </dsp:txXfrm>
    </dsp:sp>
    <dsp:sp modelId="{474CEA8B-C6EA-154C-8796-DB1D0FB5EFC3}">
      <dsp:nvSpPr>
        <dsp:cNvPr id="0" name=""/>
        <dsp:cNvSpPr/>
      </dsp:nvSpPr>
      <dsp:spPr>
        <a:xfrm>
          <a:off x="0" y="2207367"/>
          <a:ext cx="629171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795DD-1851-D24E-8A09-B6BBFF385627}">
      <dsp:nvSpPr>
        <dsp:cNvPr id="0" name=""/>
        <dsp:cNvSpPr/>
      </dsp:nvSpPr>
      <dsp:spPr>
        <a:xfrm>
          <a:off x="314585" y="1912167"/>
          <a:ext cx="4404199" cy="59039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Submit Proof (Photos/Links)</a:t>
          </a:r>
        </a:p>
      </dsp:txBody>
      <dsp:txXfrm>
        <a:off x="343406" y="1940988"/>
        <a:ext cx="4346557" cy="532757"/>
      </dsp:txXfrm>
    </dsp:sp>
    <dsp:sp modelId="{13945D11-5252-E74C-94FA-3743D00FE77F}">
      <dsp:nvSpPr>
        <dsp:cNvPr id="0" name=""/>
        <dsp:cNvSpPr/>
      </dsp:nvSpPr>
      <dsp:spPr>
        <a:xfrm>
          <a:off x="0" y="3114567"/>
          <a:ext cx="629171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2A543-B952-BF46-A050-DAC892620F49}">
      <dsp:nvSpPr>
        <dsp:cNvPr id="0" name=""/>
        <dsp:cNvSpPr/>
      </dsp:nvSpPr>
      <dsp:spPr>
        <a:xfrm>
          <a:off x="314585" y="2819367"/>
          <a:ext cx="4404199" cy="590399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Automated AI Validation</a:t>
          </a:r>
        </a:p>
      </dsp:txBody>
      <dsp:txXfrm>
        <a:off x="343406" y="2848188"/>
        <a:ext cx="4346557" cy="532757"/>
      </dsp:txXfrm>
    </dsp:sp>
    <dsp:sp modelId="{673BDACA-8182-1A4A-A8D7-D1D6A5F70FA6}">
      <dsp:nvSpPr>
        <dsp:cNvPr id="0" name=""/>
        <dsp:cNvSpPr/>
      </dsp:nvSpPr>
      <dsp:spPr>
        <a:xfrm>
          <a:off x="0" y="4021767"/>
          <a:ext cx="629171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2F284-A208-0845-B2F5-C452EBD9513C}">
      <dsp:nvSpPr>
        <dsp:cNvPr id="0" name=""/>
        <dsp:cNvSpPr/>
      </dsp:nvSpPr>
      <dsp:spPr>
        <a:xfrm>
          <a:off x="314585" y="3726567"/>
          <a:ext cx="4404199" cy="59039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68" tIns="0" rIns="16646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Virtual Shop &amp; Point System</a:t>
          </a:r>
        </a:p>
      </dsp:txBody>
      <dsp:txXfrm>
        <a:off x="343406" y="3755388"/>
        <a:ext cx="4346557" cy="5327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4B649-3F58-5842-BC7C-50ED01801E41}">
      <dsp:nvSpPr>
        <dsp:cNvPr id="0" name=""/>
        <dsp:cNvSpPr/>
      </dsp:nvSpPr>
      <dsp:spPr>
        <a:xfrm>
          <a:off x="0" y="0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BA1A6-900B-EA4F-B172-61C553B4F355}">
      <dsp:nvSpPr>
        <dsp:cNvPr id="0" name=""/>
        <dsp:cNvSpPr/>
      </dsp:nvSpPr>
      <dsp:spPr>
        <a:xfrm>
          <a:off x="0" y="0"/>
          <a:ext cx="6735443" cy="1391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 noProof="0" dirty="0"/>
            <a:t>Core:</a:t>
          </a:r>
          <a:r>
            <a:rPr lang="en-US" sz="5400" kern="1200" noProof="0" dirty="0"/>
            <a:t> </a:t>
          </a:r>
          <a:r>
            <a:rPr lang="en-US" sz="5400" kern="1200" noProof="0" dirty="0" err="1"/>
            <a:t>React.js</a:t>
          </a:r>
          <a:endParaRPr lang="en-US" sz="5400" kern="1200" noProof="0" dirty="0"/>
        </a:p>
      </dsp:txBody>
      <dsp:txXfrm>
        <a:off x="0" y="0"/>
        <a:ext cx="6735443" cy="1391150"/>
      </dsp:txXfrm>
    </dsp:sp>
    <dsp:sp modelId="{E0722930-A829-514F-B76B-75D0B778A09C}">
      <dsp:nvSpPr>
        <dsp:cNvPr id="0" name=""/>
        <dsp:cNvSpPr/>
      </dsp:nvSpPr>
      <dsp:spPr>
        <a:xfrm>
          <a:off x="0" y="1391150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DB9C2-D614-D942-9078-3AE0C9B52C82}">
      <dsp:nvSpPr>
        <dsp:cNvPr id="0" name=""/>
        <dsp:cNvSpPr/>
      </dsp:nvSpPr>
      <dsp:spPr>
        <a:xfrm>
          <a:off x="0" y="1391150"/>
          <a:ext cx="6735443" cy="1391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 noProof="0" dirty="0"/>
            <a:t>Build Tool:</a:t>
          </a:r>
          <a:r>
            <a:rPr lang="en-US" sz="5400" kern="1200" noProof="0" dirty="0"/>
            <a:t> Vite</a:t>
          </a:r>
        </a:p>
      </dsp:txBody>
      <dsp:txXfrm>
        <a:off x="0" y="1391150"/>
        <a:ext cx="6735443" cy="1391150"/>
      </dsp:txXfrm>
    </dsp:sp>
    <dsp:sp modelId="{EE709A37-004E-DF4D-9671-C9AEBF86E322}">
      <dsp:nvSpPr>
        <dsp:cNvPr id="0" name=""/>
        <dsp:cNvSpPr/>
      </dsp:nvSpPr>
      <dsp:spPr>
        <a:xfrm>
          <a:off x="0" y="2782301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3D56B-5BFF-8641-A02E-11C731406B4B}">
      <dsp:nvSpPr>
        <dsp:cNvPr id="0" name=""/>
        <dsp:cNvSpPr/>
      </dsp:nvSpPr>
      <dsp:spPr>
        <a:xfrm>
          <a:off x="0" y="2782301"/>
          <a:ext cx="6735443" cy="1391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 noProof="0" dirty="0"/>
            <a:t>Testing:</a:t>
          </a:r>
          <a:r>
            <a:rPr lang="en-US" sz="5400" kern="1200" noProof="0" dirty="0"/>
            <a:t> Playwright</a:t>
          </a:r>
        </a:p>
      </dsp:txBody>
      <dsp:txXfrm>
        <a:off x="0" y="2782301"/>
        <a:ext cx="6735443" cy="1391150"/>
      </dsp:txXfrm>
    </dsp:sp>
    <dsp:sp modelId="{D3EBAA98-8AB6-EA4D-A1FC-CC359BF09744}">
      <dsp:nvSpPr>
        <dsp:cNvPr id="0" name=""/>
        <dsp:cNvSpPr/>
      </dsp:nvSpPr>
      <dsp:spPr>
        <a:xfrm>
          <a:off x="0" y="4173451"/>
          <a:ext cx="673544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5261D-CD05-B544-8F53-1B267EBD387B}">
      <dsp:nvSpPr>
        <dsp:cNvPr id="0" name=""/>
        <dsp:cNvSpPr/>
      </dsp:nvSpPr>
      <dsp:spPr>
        <a:xfrm>
          <a:off x="0" y="4173451"/>
          <a:ext cx="6735443" cy="1391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 noProof="0" dirty="0"/>
            <a:t>Styling:</a:t>
          </a:r>
          <a:r>
            <a:rPr lang="en-US" sz="5400" kern="1200" noProof="0" dirty="0"/>
            <a:t> Custom CSS</a:t>
          </a:r>
        </a:p>
      </dsp:txBody>
      <dsp:txXfrm>
        <a:off x="0" y="4173451"/>
        <a:ext cx="6735443" cy="13911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0D04A-9369-184B-82B7-7E42E988BFB4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36F67-59BB-7C45-8C1B-6074987DC18D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/>
            <a:t>Server:</a:t>
          </a:r>
          <a:r>
            <a:rPr lang="en-US" sz="2000" kern="1200" noProof="0" dirty="0"/>
            <a:t> Node.js &amp; </a:t>
          </a:r>
          <a:r>
            <a:rPr lang="en-US" sz="2000" kern="1200" noProof="0" dirty="0" err="1"/>
            <a:t>Express.js</a:t>
          </a:r>
          <a:endParaRPr lang="en-US" sz="2000" kern="1200" noProof="0" dirty="0"/>
        </a:p>
      </dsp:txBody>
      <dsp:txXfrm>
        <a:off x="1011204" y="630714"/>
        <a:ext cx="1946396" cy="1946396"/>
      </dsp:txXfrm>
    </dsp:sp>
    <dsp:sp modelId="{F542AD35-CD8E-9F45-8F47-006017C2D9B6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/>
            <a:t>Database &amp; ORM:</a:t>
          </a:r>
          <a:r>
            <a:rPr lang="en-US" sz="2000" kern="1200" noProof="0" dirty="0"/>
            <a:t> MySQL &amp; Prisma</a:t>
          </a:r>
        </a:p>
      </dsp:txBody>
      <dsp:txXfrm>
        <a:off x="3334113" y="630714"/>
        <a:ext cx="1946396" cy="1946396"/>
      </dsp:txXfrm>
    </dsp:sp>
    <dsp:sp modelId="{DDBB0CF7-15D5-B54E-AE43-6B424E54AC9F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/>
            <a:t>Security:</a:t>
          </a:r>
          <a:r>
            <a:rPr lang="en-US" sz="2000" kern="1200" noProof="0" dirty="0"/>
            <a:t> JSON Web Tokens (JWT)</a:t>
          </a:r>
        </a:p>
      </dsp:txBody>
      <dsp:txXfrm>
        <a:off x="1011204" y="2953623"/>
        <a:ext cx="1946396" cy="1946396"/>
      </dsp:txXfrm>
    </dsp:sp>
    <dsp:sp modelId="{1B4C1D09-7730-AE40-A2F8-1136A2B56A7F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/>
            <a:t>DevOps &amp; Tools:</a:t>
          </a:r>
          <a:r>
            <a:rPr lang="en-US" sz="2000" kern="1200" noProof="0" dirty="0"/>
            <a:t> Docker, Swagger, Jest</a:t>
          </a:r>
        </a:p>
      </dsp:txBody>
      <dsp:txXfrm>
        <a:off x="3334113" y="2953623"/>
        <a:ext cx="1946396" cy="19463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B03BE-F437-DA4E-9423-5C5E2187EDFE}">
      <dsp:nvSpPr>
        <dsp:cNvPr id="0" name=""/>
        <dsp:cNvSpPr/>
      </dsp:nvSpPr>
      <dsp:spPr>
        <a:xfrm>
          <a:off x="1015737" y="3454"/>
          <a:ext cx="4272253" cy="25633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noProof="0" dirty="0"/>
            <a:t>Admin Dashboard &amp; Ticket System</a:t>
          </a:r>
        </a:p>
      </dsp:txBody>
      <dsp:txXfrm>
        <a:off x="1015737" y="3454"/>
        <a:ext cx="4272253" cy="2563352"/>
      </dsp:txXfrm>
    </dsp:sp>
    <dsp:sp modelId="{5BE0E55D-F193-6149-A040-A058A317AE55}">
      <dsp:nvSpPr>
        <dsp:cNvPr id="0" name=""/>
        <dsp:cNvSpPr/>
      </dsp:nvSpPr>
      <dsp:spPr>
        <a:xfrm>
          <a:off x="1015737" y="2994032"/>
          <a:ext cx="4272253" cy="256335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noProof="0" dirty="0"/>
            <a:t>Biggest Challenge:</a:t>
          </a:r>
          <a:r>
            <a:rPr lang="en-US" sz="3200" b="0" i="0" kern="1200" noProof="0" dirty="0"/>
            <a:t> Integrating AI &amp; </a:t>
          </a:r>
          <a:r>
            <a:rPr lang="en-US" sz="3200" b="0" i="0" kern="1200" noProof="0" dirty="0" err="1"/>
            <a:t>Dockerization</a:t>
          </a:r>
          <a:endParaRPr lang="en-US" sz="3200" kern="1200" noProof="0" dirty="0"/>
        </a:p>
      </dsp:txBody>
      <dsp:txXfrm>
        <a:off x="1015737" y="2994032"/>
        <a:ext cx="4272253" cy="2563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B6EB3-4897-EB44-B4A1-EE6A41B78FBD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5F462-3236-8A4E-BC31-F944273C732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130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excited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full-stack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web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ChallengeHub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of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comfort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ChallengeHub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gamified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experience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70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ChallengeHub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various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fitness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puzzle,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ChallengeHub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activities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 is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self-improvement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gamification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achievement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starting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3738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submit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proof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like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link.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'AI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Service'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proofs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Of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spend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Shop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unlock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4855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technologies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life, starting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single-page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lightning-fast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modals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music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guarantee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-free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wrote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end-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Playwright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2268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Backend. The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management,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Prisma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type-safe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dirty="0"/>
            </a:b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seriously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Web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(JWT)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is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well-documented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Swagger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Furthermore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is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thoroughly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tested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containerized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frontend and backend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seamless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981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Admin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Ticket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seamlessly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dirty="0"/>
            </a:b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wasn't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definitely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backend, and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properly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containerize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Docker.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overcoming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hurdles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taught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modern web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4917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happy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5F462-3236-8A4E-BC31-F944273C732A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59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51930A-0474-9F68-C4C8-CD30A7D79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E76519C-E35C-58F5-590E-E558713AE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0AD80A-697F-DDF7-41FB-DF69B3AC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BD7CB3-CF07-D5A5-156D-308DCA81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72C485B-5BCE-813D-8BB9-6BC20D0B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860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BB0B16-CABD-BCD9-CDD6-062415B6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164122-D245-C153-8525-5725422DA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3BAF17-577C-FB28-74E2-51EA575F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D2167A-75C3-2FFD-3AD9-CEC0EC5C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5926B5-C9D4-F7AA-73AD-9485C9C6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451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2838B0-7556-1B0E-A9F0-ACF81BF7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947F8C0-2069-40B0-6B8C-F6368B91D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3DC66EE-52D8-5E40-F125-3A9FAE01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3C081CC-96CE-ED8D-F0C0-BF25F4BC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68D77A8-B76E-2C68-D7A9-8CA06FC4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202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A6929D-BE64-7E34-DF49-B7E5062C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17994F-7B41-B8F8-47C1-8065C2DF1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EDA0AF5-9D5D-AEF2-01BA-37061D64E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4B8A2E7-E369-F0EC-A72A-1320D6A3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BD58506-B5B5-02E5-5936-AE53C21A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A81D138-47F4-BE2C-7DA8-EB7FA7EE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0131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5D7F63-F08A-B50F-3650-393469A2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49220DA-5638-FBF9-0457-8C46FF977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CF5AE98-30C2-15FA-5669-0730D5D69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D30B206-76BB-959B-6090-6FCF2BB1C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77BD7AD-6C5D-175E-22EB-C3CD082B6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9C2C474-DFEF-B810-E5BD-2223F2BC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23CB066-5D4D-6D97-8058-536B1308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6D74549-2739-0006-C15C-691C11E6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324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55BB5E-7529-5DED-B01C-3CE4C6AE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ACD933B-BE04-4F57-0D2B-1CEDE60C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1ADA7FB-66D7-F3E8-41A4-DABD425E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94907EB-9F87-6C42-0092-8494D10F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187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E265726-D9C7-F4F1-9712-1CDEBB84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9E511E7A-FBF0-D1C3-AEE3-270B89EA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42A8041-7453-F814-1FC6-F8E188B0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755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E01B0F-B4F0-0DD8-D388-1D182685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F9B996-D341-121A-DEAF-B018F2131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D634B4C-F501-CAEB-54E0-FB700F77E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1F19DC9-66B3-061D-9EFD-46E572F0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76DA04F-9D5A-F4CA-A4F0-3C1B15D2A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E35461A-9805-22AA-FE02-FD25608A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0680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E5F531-4B69-AA7F-15E9-9BECC305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A2C7765-822F-0647-69B3-BA4E0870B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02577DC-FC3E-C692-9A10-946708717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F72B454-2A4F-A42E-7F46-BA8D1162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ACB8906-80C2-80DA-7BD4-8E015B28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7F32E6-43C9-7E26-5AD9-D4B7E5BF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804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7E5063-43F2-8981-F904-E4355039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E615D65-8E1F-3571-AB22-ED78425F2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BEAD0FA-6B7F-BFBD-6964-61C273A9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61FA99-18FB-DB97-B7E2-73867B54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630E05-CCEC-F79D-1FAE-DFE5BFFC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158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201E7F2-A5DE-074D-BA56-4359067A6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61E319A-FD0B-4D39-EA22-7F865702A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54B1266-1927-C2FF-AEA2-6651728C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D775DE-EE88-7BF9-A229-9B9ED3B3F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9965D78-35DF-BCE6-6C05-29487C94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642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695E41A-6F20-917D-E5C1-D55651E7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7DC188-41F4-F19F-AC10-1DBB116B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BDA95A-94F3-83B4-6D89-AC861A4BC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026D3-75A4-654C-9671-12A49F671A1E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952EAB1-1E8E-7050-8776-A9D2A5E4E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BFDF7E-A083-87DD-DAC0-0428618B8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90D0E-732C-2946-947F-C9949272CC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142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8BEC2B9-8AE0-24EF-4F2B-E06379B7E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kern="1200" noProof="0" dirty="0" err="1">
                <a:latin typeface="+mj-lt"/>
                <a:ea typeface="+mj-ea"/>
                <a:cs typeface="+mj-cs"/>
              </a:rPr>
              <a:t>ChallengeHub</a:t>
            </a:r>
            <a:endParaRPr lang="en-US" kern="120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5A36280-08ED-73D6-99EC-B87F180E72BB}"/>
              </a:ext>
            </a:extLst>
          </p:cNvPr>
          <p:cNvSpPr txBox="1"/>
          <p:nvPr/>
        </p:nvSpPr>
        <p:spPr>
          <a:xfrm>
            <a:off x="8386139" y="3143438"/>
            <a:ext cx="3474621" cy="278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noProof="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074C242-7697-C1E5-DCC4-7E0B6F398ED3}"/>
              </a:ext>
            </a:extLst>
          </p:cNvPr>
          <p:cNvSpPr txBox="1"/>
          <p:nvPr/>
        </p:nvSpPr>
        <p:spPr>
          <a:xfrm>
            <a:off x="8901991" y="6268472"/>
            <a:ext cx="295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Kőrösi Richárd &amp; Varga Máté</a:t>
            </a:r>
          </a:p>
        </p:txBody>
      </p:sp>
    </p:spTree>
    <p:extLst>
      <p:ext uri="{BB962C8B-B14F-4D97-AF65-F5344CB8AC3E}">
        <p14:creationId xmlns:p14="http://schemas.microsoft.com/office/powerpoint/2010/main" val="29434550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F3BB1F1-8563-351F-8426-53159661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100" b="1" noProof="0" dirty="0">
                <a:solidFill>
                  <a:srgbClr val="FFFFFF"/>
                </a:solidFill>
              </a:rPr>
              <a:t>What is </a:t>
            </a:r>
            <a:r>
              <a:rPr lang="en-US" sz="3100" b="1" noProof="0" dirty="0" err="1">
                <a:solidFill>
                  <a:srgbClr val="FFFFFF"/>
                </a:solidFill>
              </a:rPr>
              <a:t>ChallengeHub</a:t>
            </a:r>
            <a:r>
              <a:rPr lang="en-US" sz="3100" b="1" noProof="0" dirty="0">
                <a:solidFill>
                  <a:srgbClr val="FFFFFF"/>
                </a:solidFill>
              </a:rPr>
              <a:t>?</a:t>
            </a:r>
          </a:p>
        </p:txBody>
      </p:sp>
      <p:graphicFrame>
        <p:nvGraphicFramePr>
          <p:cNvPr id="26" name="Tartalom helye 2">
            <a:extLst>
              <a:ext uri="{FF2B5EF4-FFF2-40B4-BE49-F238E27FC236}">
                <a16:creationId xmlns:a16="http://schemas.microsoft.com/office/drawing/2014/main" id="{EF507A60-CF46-B27B-617D-5F225CB6D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417203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05382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D9D6981-22F6-67E4-3439-D743113A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rgbClr val="FFFFFF"/>
                </a:solidFill>
              </a:rPr>
              <a:t>Core Features</a:t>
            </a:r>
            <a:endParaRPr lang="en-US" noProof="0" dirty="0">
              <a:solidFill>
                <a:srgbClr val="FFFFFF"/>
              </a:solidFill>
            </a:endParaRPr>
          </a:p>
        </p:txBody>
      </p:sp>
      <p:graphicFrame>
        <p:nvGraphicFramePr>
          <p:cNvPr id="26" name="Tartalom helye 2">
            <a:extLst>
              <a:ext uri="{FF2B5EF4-FFF2-40B4-BE49-F238E27FC236}">
                <a16:creationId xmlns:a16="http://schemas.microsoft.com/office/drawing/2014/main" id="{26E05CB3-D7C2-0709-42FF-0F4CBC1059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6847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197357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B7712D-F18E-EF21-D96E-685D6B8A3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700" b="1" noProof="0" dirty="0">
                <a:solidFill>
                  <a:srgbClr val="FFFFFF"/>
                </a:solidFill>
              </a:rPr>
              <a:t>Frontend Technologies</a:t>
            </a:r>
            <a:endParaRPr lang="en-US" sz="3700" noProof="0" dirty="0">
              <a:solidFill>
                <a:srgbClr val="FFFFFF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24" name="Tartalom helye 2">
            <a:extLst>
              <a:ext uri="{FF2B5EF4-FFF2-40B4-BE49-F238E27FC236}">
                <a16:creationId xmlns:a16="http://schemas.microsoft.com/office/drawing/2014/main" id="{1E1F81C1-1FA4-2FBE-E446-F5C58490EF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637637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80452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A8305BC-B205-221D-F4C9-0591ED6D2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rgbClr val="FFFFFF"/>
                </a:solidFill>
              </a:rPr>
              <a:t>Backend Tech Stack</a:t>
            </a:r>
            <a:endParaRPr lang="en-US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51DBA5C1-6409-C845-CDC1-C40E611595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00004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5517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3848F5-5E25-AED5-9667-EBCCB10D0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b="1" noProof="0" dirty="0">
                <a:solidFill>
                  <a:srgbClr val="FFFFFF"/>
                </a:solidFill>
              </a:rPr>
              <a:t>Admin &amp; Conclusion</a:t>
            </a:r>
            <a:endParaRPr lang="en-US" noProof="0" dirty="0">
              <a:solidFill>
                <a:srgbClr val="FFFFFF"/>
              </a:solidFill>
            </a:endParaRPr>
          </a:p>
        </p:txBody>
      </p:sp>
      <p:graphicFrame>
        <p:nvGraphicFramePr>
          <p:cNvPr id="15" name="Tartalom helye 2">
            <a:extLst>
              <a:ext uri="{FF2B5EF4-FFF2-40B4-BE49-F238E27FC236}">
                <a16:creationId xmlns:a16="http://schemas.microsoft.com/office/drawing/2014/main" id="{1FDF0F4A-4C10-8CC5-7395-AA62B020A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914807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6050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905895-8DC7-D4F5-D8EB-D1999FCC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watching</a:t>
            </a:r>
          </a:p>
        </p:txBody>
      </p:sp>
    </p:spTree>
    <p:extLst>
      <p:ext uri="{BB962C8B-B14F-4D97-AF65-F5344CB8AC3E}">
        <p14:creationId xmlns:p14="http://schemas.microsoft.com/office/powerpoint/2010/main" val="30385923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659</Words>
  <Application>Microsoft Macintosh PowerPoint</Application>
  <PresentationFormat>Szélesvásznú</PresentationFormat>
  <Paragraphs>39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Office-téma</vt:lpstr>
      <vt:lpstr>ChallengeHub</vt:lpstr>
      <vt:lpstr>What is ChallengeHub?</vt:lpstr>
      <vt:lpstr>Core Features</vt:lpstr>
      <vt:lpstr>Frontend Technologies</vt:lpstr>
      <vt:lpstr>Backend Tech Stack</vt:lpstr>
      <vt:lpstr>Admin &amp; Conclusion</vt:lpstr>
      <vt:lpstr>Thank you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vargimatix@sulid.hu</dc:creator>
  <cp:lastModifiedBy>vargimatix@sulid.hu</cp:lastModifiedBy>
  <cp:revision>2</cp:revision>
  <dcterms:created xsi:type="dcterms:W3CDTF">2026-04-16T07:28:17Z</dcterms:created>
  <dcterms:modified xsi:type="dcterms:W3CDTF">2026-04-16T08:12:02Z</dcterms:modified>
</cp:coreProperties>
</file>